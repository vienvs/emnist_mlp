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68" r:id="rId5"/>
    <p:sldId id="259" r:id="rId6"/>
    <p:sldId id="270" r:id="rId7"/>
    <p:sldId id="274" r:id="rId8"/>
    <p:sldId id="261" r:id="rId9"/>
    <p:sldId id="275" r:id="rId10"/>
    <p:sldId id="272" r:id="rId11"/>
    <p:sldId id="273" r:id="rId12"/>
    <p:sldId id="267" r:id="rId13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11520" y="0"/>
            <a:ext cx="9120960" cy="11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>
            <a:off x="11520" y="2656800"/>
            <a:ext cx="9120960" cy="11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>
            <a:off x="22680" y="3985200"/>
            <a:ext cx="9120960" cy="11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12;p2"/>
          <p:cNvSpPr/>
          <p:nvPr/>
        </p:nvSpPr>
        <p:spPr>
          <a:xfrm>
            <a:off x="11520" y="1328400"/>
            <a:ext cx="9120960" cy="11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13;p2"/>
          <p:cNvSpPr/>
          <p:nvPr/>
        </p:nvSpPr>
        <p:spPr>
          <a:xfrm>
            <a:off x="708120" y="534960"/>
            <a:ext cx="7720560" cy="40730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459240" y="759960"/>
            <a:ext cx="4653720" cy="282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75;p23"/>
          <p:cNvSpPr/>
          <p:nvPr/>
        </p:nvSpPr>
        <p:spPr>
          <a:xfrm rot="5400000">
            <a:off x="-1536120" y="915120"/>
            <a:ext cx="368208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/(AI)/(AI)/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176;p23"/>
          <p:cNvSpPr/>
          <p:nvPr/>
        </p:nvSpPr>
        <p:spPr>
          <a:xfrm>
            <a:off x="5382360" y="1656000"/>
            <a:ext cx="3753720" cy="350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177;p23"/>
          <p:cNvSpPr/>
          <p:nvPr/>
        </p:nvSpPr>
        <p:spPr>
          <a:xfrm>
            <a:off x="601200" y="1017720"/>
            <a:ext cx="7961760" cy="374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1;p24"/>
          <p:cNvSpPr/>
          <p:nvPr/>
        </p:nvSpPr>
        <p:spPr>
          <a:xfrm>
            <a:off x="11520" y="4030200"/>
            <a:ext cx="9120960" cy="11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182;p24"/>
          <p:cNvSpPr/>
          <p:nvPr/>
        </p:nvSpPr>
        <p:spPr>
          <a:xfrm>
            <a:off x="601200" y="444960"/>
            <a:ext cx="7961760" cy="4718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00360" y="604080"/>
            <a:ext cx="513216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101280" y="0"/>
            <a:ext cx="30423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6;p4"/>
          <p:cNvSpPr/>
          <p:nvPr/>
        </p:nvSpPr>
        <p:spPr>
          <a:xfrm rot="5400000">
            <a:off x="-1536120" y="2730240"/>
            <a:ext cx="368208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/(AI)/(AI)/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7;p4"/>
          <p:cNvSpPr/>
          <p:nvPr/>
        </p:nvSpPr>
        <p:spPr>
          <a:xfrm>
            <a:off x="712440" y="1091160"/>
            <a:ext cx="7716240" cy="40521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80;p33"/>
          <p:cNvSpPr/>
          <p:nvPr/>
        </p:nvSpPr>
        <p:spPr>
          <a:xfrm rot="5400000">
            <a:off x="-1536120" y="2730240"/>
            <a:ext cx="3682080" cy="11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/(AI)/(AI)/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281;p33"/>
          <p:cNvSpPr/>
          <p:nvPr/>
        </p:nvSpPr>
        <p:spPr>
          <a:xfrm>
            <a:off x="7751880" y="0"/>
            <a:ext cx="2370240" cy="51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" sz="7900" b="0" u="none" strike="noStrike">
                <a:solidFill>
                  <a:schemeClr val="accent3"/>
                </a:solidFill>
                <a:effectLst/>
                <a:uFillTx/>
                <a:latin typeface="Bebas Neue"/>
                <a:ea typeface="Bebas Neue"/>
              </a:rPr>
              <a:t>ARTIFICIAL INTELLIGENCE (AI)</a:t>
            </a:r>
            <a:endParaRPr lang="en-US" sz="79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282;p33"/>
          <p:cNvSpPr/>
          <p:nvPr/>
        </p:nvSpPr>
        <p:spPr>
          <a:xfrm>
            <a:off x="1096920" y="534960"/>
            <a:ext cx="6963480" cy="4073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356480" y="723240"/>
            <a:ext cx="643032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Google Shape;285;p33"/>
          <p:cNvSpPr/>
          <p:nvPr/>
        </p:nvSpPr>
        <p:spPr>
          <a:xfrm>
            <a:off x="2359080" y="3530160"/>
            <a:ext cx="4434120" cy="65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</a:rPr>
              <a:t>, including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Google Shape;286;p33"/>
          <p:cNvSpPr/>
          <p:nvPr/>
        </p:nvSpPr>
        <p:spPr>
          <a:xfrm>
            <a:off x="151200" y="537480"/>
            <a:ext cx="996120" cy="996120"/>
          </a:xfrm>
          <a:prstGeom prst="ellipse">
            <a:avLst/>
          </a:prstGeom>
          <a:solidFill>
            <a:srgbClr val="6E79E4">
              <a:alpha val="36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8" name="Google Shape;287;p33"/>
          <p:cNvGrpSpPr/>
          <p:nvPr/>
        </p:nvGrpSpPr>
        <p:grpSpPr>
          <a:xfrm>
            <a:off x="-267120" y="186840"/>
            <a:ext cx="3397320" cy="186840"/>
            <a:chOff x="-267120" y="186840"/>
            <a:chExt cx="3397320" cy="186840"/>
          </a:xfrm>
        </p:grpSpPr>
        <p:sp>
          <p:nvSpPr>
            <p:cNvPr id="29" name="Google Shape;288;p33"/>
            <p:cNvSpPr/>
            <p:nvPr/>
          </p:nvSpPr>
          <p:spPr>
            <a:xfrm>
              <a:off x="259164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7" h="7491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289;p33"/>
            <p:cNvSpPr/>
            <p:nvPr/>
          </p:nvSpPr>
          <p:spPr>
            <a:xfrm>
              <a:off x="300024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8" h="7491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290;p33"/>
            <p:cNvSpPr/>
            <p:nvPr/>
          </p:nvSpPr>
          <p:spPr>
            <a:xfrm>
              <a:off x="218340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8" h="7491">
                  <a:moveTo>
                    <a:pt x="404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91;p33"/>
            <p:cNvSpPr/>
            <p:nvPr/>
          </p:nvSpPr>
          <p:spPr>
            <a:xfrm>
              <a:off x="177480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7" h="7491">
                  <a:moveTo>
                    <a:pt x="406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292;p33"/>
            <p:cNvSpPr/>
            <p:nvPr/>
          </p:nvSpPr>
          <p:spPr>
            <a:xfrm>
              <a:off x="136620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8" h="7491">
                  <a:moveTo>
                    <a:pt x="4060" y="0"/>
                  </a:moveTo>
                  <a:lnTo>
                    <a:pt x="1" y="6800"/>
                  </a:lnTo>
                  <a:lnTo>
                    <a:pt x="115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293;p33"/>
            <p:cNvSpPr/>
            <p:nvPr/>
          </p:nvSpPr>
          <p:spPr>
            <a:xfrm>
              <a:off x="95760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8" h="7491">
                  <a:moveTo>
                    <a:pt x="4060" y="0"/>
                  </a:moveTo>
                  <a:lnTo>
                    <a:pt x="1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94;p33"/>
            <p:cNvSpPr/>
            <p:nvPr/>
          </p:nvSpPr>
          <p:spPr>
            <a:xfrm>
              <a:off x="549360" y="186840"/>
              <a:ext cx="129960" cy="1868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217" h="7491">
                  <a:moveTo>
                    <a:pt x="4060" y="0"/>
                  </a:moveTo>
                  <a:lnTo>
                    <a:pt x="0" y="6800"/>
                  </a:lnTo>
                  <a:lnTo>
                    <a:pt x="1178" y="7490"/>
                  </a:lnTo>
                  <a:lnTo>
                    <a:pt x="5217" y="690"/>
                  </a:lnTo>
                  <a:lnTo>
                    <a:pt x="406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95;p33"/>
            <p:cNvSpPr/>
            <p:nvPr/>
          </p:nvSpPr>
          <p:spPr>
            <a:xfrm>
              <a:off x="141480" y="186840"/>
              <a:ext cx="129600" cy="186840"/>
            </a:xfrm>
            <a:custGeom>
              <a:avLst/>
              <a:gdLst>
                <a:gd name="textAreaLeft" fmla="*/ 0 w 129600"/>
                <a:gd name="textAreaRight" fmla="*/ 129960 w 12960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197" h="7491">
                  <a:moveTo>
                    <a:pt x="4039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6" y="690"/>
                  </a:lnTo>
                  <a:lnTo>
                    <a:pt x="4039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296;p33"/>
            <p:cNvSpPr/>
            <p:nvPr/>
          </p:nvSpPr>
          <p:spPr>
            <a:xfrm>
              <a:off x="-267120" y="186840"/>
              <a:ext cx="129600" cy="186840"/>
            </a:xfrm>
            <a:custGeom>
              <a:avLst/>
              <a:gdLst>
                <a:gd name="textAreaLeft" fmla="*/ 0 w 129600"/>
                <a:gd name="textAreaRight" fmla="*/ 129960 w 12960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5197" h="7491">
                  <a:moveTo>
                    <a:pt x="4040" y="0"/>
                  </a:moveTo>
                  <a:lnTo>
                    <a:pt x="0" y="6800"/>
                  </a:lnTo>
                  <a:lnTo>
                    <a:pt x="1157" y="7490"/>
                  </a:lnTo>
                  <a:lnTo>
                    <a:pt x="5197" y="690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03760" y="1342643"/>
            <a:ext cx="4657320" cy="109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Classificador</a:t>
            </a:r>
            <a:r>
              <a:rPr lang="en-US" sz="32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</a:t>
            </a:r>
            <a:r>
              <a:rPr lang="en-US" sz="32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emnist</a:t>
            </a:r>
            <a:r>
              <a:rPr lang="en-US" sz="32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balanced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9" name="Google Shape;340;p39"/>
          <p:cNvGrpSpPr/>
          <p:nvPr/>
        </p:nvGrpSpPr>
        <p:grpSpPr>
          <a:xfrm>
            <a:off x="-588760" y="2016653"/>
            <a:ext cx="3692520" cy="3911760"/>
            <a:chOff x="-717120" y="1417680"/>
            <a:chExt cx="3692520" cy="3911760"/>
          </a:xfrm>
        </p:grpSpPr>
        <p:sp>
          <p:nvSpPr>
            <p:cNvPr id="40" name="Google Shape;341;p39"/>
            <p:cNvSpPr/>
            <p:nvPr/>
          </p:nvSpPr>
          <p:spPr>
            <a:xfrm>
              <a:off x="954000" y="2305800"/>
              <a:ext cx="387000" cy="387000"/>
            </a:xfrm>
            <a:custGeom>
              <a:avLst/>
              <a:gdLst>
                <a:gd name="textAreaLeft" fmla="*/ 0 w 387000"/>
                <a:gd name="textAreaRight" fmla="*/ 387360 w 387000"/>
                <a:gd name="textAreaTop" fmla="*/ 0 h 387000"/>
                <a:gd name="textAreaBottom" fmla="*/ 387360 h 387000"/>
              </a:gdLst>
              <a:ahLst/>
              <a:cxnLst/>
              <a:rect l="textAreaLeft" t="textAreaTop" r="textAreaRight" b="textAreaBottom"/>
              <a:pathLst>
                <a:path w="10129" h="10129">
                  <a:moveTo>
                    <a:pt x="5075" y="0"/>
                  </a:moveTo>
                  <a:cubicBezTo>
                    <a:pt x="2274" y="0"/>
                    <a:pt x="0" y="2274"/>
                    <a:pt x="0" y="5075"/>
                  </a:cubicBezTo>
                  <a:cubicBezTo>
                    <a:pt x="0" y="7855"/>
                    <a:pt x="2274" y="10129"/>
                    <a:pt x="5075" y="10129"/>
                  </a:cubicBezTo>
                  <a:cubicBezTo>
                    <a:pt x="7876" y="10129"/>
                    <a:pt x="10129" y="7855"/>
                    <a:pt x="10129" y="5075"/>
                  </a:cubicBezTo>
                  <a:cubicBezTo>
                    <a:pt x="10129" y="2274"/>
                    <a:pt x="7876" y="0"/>
                    <a:pt x="507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342;p39"/>
            <p:cNvSpPr/>
            <p:nvPr/>
          </p:nvSpPr>
          <p:spPr>
            <a:xfrm>
              <a:off x="1689480" y="1808640"/>
              <a:ext cx="188280" cy="188280"/>
            </a:xfrm>
            <a:custGeom>
              <a:avLst/>
              <a:gdLst>
                <a:gd name="textAreaLeft" fmla="*/ 0 w 188280"/>
                <a:gd name="textAreaRight" fmla="*/ 188640 w 188280"/>
                <a:gd name="textAreaTop" fmla="*/ 0 h 188280"/>
                <a:gd name="textAreaBottom" fmla="*/ 188640 h 188280"/>
              </a:gdLst>
              <a:ahLst/>
              <a:cxnLst/>
              <a:rect l="textAreaLeft" t="textAreaTop" r="textAreaRight" b="textAreaBottom"/>
              <a:pathLst>
                <a:path w="4933" h="4934">
                  <a:moveTo>
                    <a:pt x="2476" y="1"/>
                  </a:moveTo>
                  <a:cubicBezTo>
                    <a:pt x="1096" y="1"/>
                    <a:pt x="0" y="1097"/>
                    <a:pt x="0" y="2477"/>
                  </a:cubicBezTo>
                  <a:cubicBezTo>
                    <a:pt x="0" y="3837"/>
                    <a:pt x="1096" y="4933"/>
                    <a:pt x="2476" y="4933"/>
                  </a:cubicBezTo>
                  <a:cubicBezTo>
                    <a:pt x="3836" y="4933"/>
                    <a:pt x="4932" y="3837"/>
                    <a:pt x="4932" y="2477"/>
                  </a:cubicBezTo>
                  <a:cubicBezTo>
                    <a:pt x="4932" y="1097"/>
                    <a:pt x="3836" y="1"/>
                    <a:pt x="247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343;p39"/>
            <p:cNvSpPr/>
            <p:nvPr/>
          </p:nvSpPr>
          <p:spPr>
            <a:xfrm>
              <a:off x="2318400" y="1483200"/>
              <a:ext cx="189000" cy="189000"/>
            </a:xfrm>
            <a:custGeom>
              <a:avLst/>
              <a:gdLst>
                <a:gd name="textAreaLeft" fmla="*/ 0 w 189000"/>
                <a:gd name="textAreaRight" fmla="*/ 189360 w 189000"/>
                <a:gd name="textAreaTop" fmla="*/ 0 h 189000"/>
                <a:gd name="textAreaBottom" fmla="*/ 189360 h 189000"/>
              </a:gdLst>
              <a:ahLst/>
              <a:cxnLst/>
              <a:rect l="textAreaLeft" t="textAreaTop" r="textAreaRight" b="textAreaBottom"/>
              <a:pathLst>
                <a:path w="4953" h="4953">
                  <a:moveTo>
                    <a:pt x="2477" y="0"/>
                  </a:moveTo>
                  <a:cubicBezTo>
                    <a:pt x="1117" y="0"/>
                    <a:pt x="0" y="1117"/>
                    <a:pt x="0" y="2476"/>
                  </a:cubicBezTo>
                  <a:cubicBezTo>
                    <a:pt x="0" y="3836"/>
                    <a:pt x="1117" y="4953"/>
                    <a:pt x="2477" y="4953"/>
                  </a:cubicBezTo>
                  <a:cubicBezTo>
                    <a:pt x="3836" y="4953"/>
                    <a:pt x="4953" y="3836"/>
                    <a:pt x="4953" y="2476"/>
                  </a:cubicBezTo>
                  <a:cubicBezTo>
                    <a:pt x="4953" y="1117"/>
                    <a:pt x="3836" y="0"/>
                    <a:pt x="247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344;p39"/>
            <p:cNvSpPr/>
            <p:nvPr/>
          </p:nvSpPr>
          <p:spPr>
            <a:xfrm>
              <a:off x="2602800" y="29361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4385" h="4386">
                  <a:moveTo>
                    <a:pt x="2192" y="1"/>
                  </a:moveTo>
                  <a:cubicBezTo>
                    <a:pt x="974" y="1"/>
                    <a:pt x="0" y="975"/>
                    <a:pt x="0" y="2193"/>
                  </a:cubicBezTo>
                  <a:cubicBezTo>
                    <a:pt x="0" y="3411"/>
                    <a:pt x="974" y="4385"/>
                    <a:pt x="2192" y="4385"/>
                  </a:cubicBezTo>
                  <a:cubicBezTo>
                    <a:pt x="3410" y="4385"/>
                    <a:pt x="4384" y="3411"/>
                    <a:pt x="4384" y="2193"/>
                  </a:cubicBezTo>
                  <a:cubicBezTo>
                    <a:pt x="4384" y="975"/>
                    <a:pt x="3410" y="1"/>
                    <a:pt x="219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345;p39"/>
            <p:cNvSpPr/>
            <p:nvPr/>
          </p:nvSpPr>
          <p:spPr>
            <a:xfrm>
              <a:off x="2546640" y="2906640"/>
              <a:ext cx="176760" cy="185400"/>
            </a:xfrm>
            <a:custGeom>
              <a:avLst/>
              <a:gdLst>
                <a:gd name="textAreaLeft" fmla="*/ 0 w 176760"/>
                <a:gd name="textAreaRight" fmla="*/ 177120 w 17676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4629" h="4852">
                  <a:moveTo>
                    <a:pt x="163" y="1"/>
                  </a:moveTo>
                  <a:cubicBezTo>
                    <a:pt x="163" y="1"/>
                    <a:pt x="1" y="2660"/>
                    <a:pt x="143" y="2944"/>
                  </a:cubicBezTo>
                  <a:cubicBezTo>
                    <a:pt x="285" y="3228"/>
                    <a:pt x="4121" y="4852"/>
                    <a:pt x="4121" y="4852"/>
                  </a:cubicBezTo>
                  <a:lnTo>
                    <a:pt x="4629" y="1624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346;p39"/>
            <p:cNvSpPr/>
            <p:nvPr/>
          </p:nvSpPr>
          <p:spPr>
            <a:xfrm>
              <a:off x="2448720" y="2421360"/>
              <a:ext cx="102960" cy="17424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2700" h="4568">
                  <a:moveTo>
                    <a:pt x="569" y="1"/>
                  </a:moveTo>
                  <a:lnTo>
                    <a:pt x="0" y="4568"/>
                  </a:lnTo>
                  <a:lnTo>
                    <a:pt x="2700" y="2721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rgbClr val="3D3D3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347;p39"/>
            <p:cNvSpPr/>
            <p:nvPr/>
          </p:nvSpPr>
          <p:spPr>
            <a:xfrm>
              <a:off x="2330640" y="1512000"/>
              <a:ext cx="219600" cy="30420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304200"/>
                <a:gd name="textAreaBottom" fmla="*/ 304560 h 304200"/>
              </a:gdLst>
              <a:ahLst/>
              <a:cxnLst/>
              <a:rect l="textAreaLeft" t="textAreaTop" r="textAreaRight" b="textAreaBottom"/>
              <a:pathLst>
                <a:path w="5746" h="7957">
                  <a:moveTo>
                    <a:pt x="3614" y="0"/>
                  </a:moveTo>
                  <a:lnTo>
                    <a:pt x="1" y="1401"/>
                  </a:lnTo>
                  <a:lnTo>
                    <a:pt x="3391" y="7957"/>
                  </a:lnTo>
                  <a:lnTo>
                    <a:pt x="5745" y="6942"/>
                  </a:lnTo>
                  <a:lnTo>
                    <a:pt x="361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348;p39"/>
            <p:cNvSpPr/>
            <p:nvPr/>
          </p:nvSpPr>
          <p:spPr>
            <a:xfrm>
              <a:off x="1708920" y="1845000"/>
              <a:ext cx="324360" cy="33984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39840"/>
                <a:gd name="textAreaBottom" fmla="*/ 340200 h 339840"/>
              </a:gdLst>
              <a:ahLst/>
              <a:cxnLst/>
              <a:rect l="textAreaLeft" t="textAreaTop" r="textAreaRight" b="textAreaBottom"/>
              <a:pathLst>
                <a:path w="8485" h="8892">
                  <a:moveTo>
                    <a:pt x="3025" y="1"/>
                  </a:moveTo>
                  <a:lnTo>
                    <a:pt x="1" y="2071"/>
                  </a:lnTo>
                  <a:lnTo>
                    <a:pt x="5785" y="8891"/>
                  </a:lnTo>
                  <a:lnTo>
                    <a:pt x="8485" y="6760"/>
                  </a:lnTo>
                  <a:lnTo>
                    <a:pt x="302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349;p39"/>
            <p:cNvSpPr/>
            <p:nvPr/>
          </p:nvSpPr>
          <p:spPr>
            <a:xfrm>
              <a:off x="202320" y="3447360"/>
              <a:ext cx="611640" cy="592200"/>
            </a:xfrm>
            <a:custGeom>
              <a:avLst/>
              <a:gdLst>
                <a:gd name="textAreaLeft" fmla="*/ 0 w 611640"/>
                <a:gd name="textAreaRight" fmla="*/ 612000 w 611640"/>
                <a:gd name="textAreaTop" fmla="*/ 0 h 592200"/>
                <a:gd name="textAreaBottom" fmla="*/ 592560 h 592200"/>
              </a:gdLst>
              <a:ahLst/>
              <a:cxnLst/>
              <a:rect l="textAreaLeft" t="textAreaTop" r="textAreaRight" b="textAreaBottom"/>
              <a:pathLst>
                <a:path w="15995" h="15488">
                  <a:moveTo>
                    <a:pt x="2091" y="1"/>
                  </a:moveTo>
                  <a:lnTo>
                    <a:pt x="0" y="3147"/>
                  </a:lnTo>
                  <a:lnTo>
                    <a:pt x="15447" y="15488"/>
                  </a:lnTo>
                  <a:lnTo>
                    <a:pt x="15995" y="15163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350;p39"/>
            <p:cNvSpPr/>
            <p:nvPr/>
          </p:nvSpPr>
          <p:spPr>
            <a:xfrm>
              <a:off x="1522440" y="2454840"/>
              <a:ext cx="937800" cy="1208160"/>
            </a:xfrm>
            <a:custGeom>
              <a:avLst/>
              <a:gdLst>
                <a:gd name="textAreaLeft" fmla="*/ 0 w 937800"/>
                <a:gd name="textAreaRight" fmla="*/ 938160 w 937800"/>
                <a:gd name="textAreaTop" fmla="*/ 0 h 1208160"/>
                <a:gd name="textAreaBottom" fmla="*/ 1208520 h 1208160"/>
              </a:gdLst>
              <a:ahLst/>
              <a:cxnLst/>
              <a:rect l="textAreaLeft" t="textAreaTop" r="textAreaRight" b="textAreaBottom"/>
              <a:pathLst>
                <a:path w="24520" h="31587">
                  <a:moveTo>
                    <a:pt x="11265" y="0"/>
                  </a:moveTo>
                  <a:lnTo>
                    <a:pt x="0" y="15427"/>
                  </a:lnTo>
                  <a:lnTo>
                    <a:pt x="13823" y="22247"/>
                  </a:lnTo>
                  <a:cubicBezTo>
                    <a:pt x="13823" y="22247"/>
                    <a:pt x="12057" y="24682"/>
                    <a:pt x="10656" y="27159"/>
                  </a:cubicBezTo>
                  <a:cubicBezTo>
                    <a:pt x="9362" y="29415"/>
                    <a:pt x="9617" y="31587"/>
                    <a:pt x="10656" y="31587"/>
                  </a:cubicBezTo>
                  <a:cubicBezTo>
                    <a:pt x="10757" y="31587"/>
                    <a:pt x="10866" y="31566"/>
                    <a:pt x="10981" y="31523"/>
                  </a:cubicBezTo>
                  <a:cubicBezTo>
                    <a:pt x="12280" y="31056"/>
                    <a:pt x="17862" y="26651"/>
                    <a:pt x="17862" y="26651"/>
                  </a:cubicBezTo>
                  <a:lnTo>
                    <a:pt x="24520" y="18877"/>
                  </a:lnTo>
                  <a:lnTo>
                    <a:pt x="1126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351;p39"/>
            <p:cNvSpPr/>
            <p:nvPr/>
          </p:nvSpPr>
          <p:spPr>
            <a:xfrm>
              <a:off x="1942560" y="3447360"/>
              <a:ext cx="252720" cy="213120"/>
            </a:xfrm>
            <a:custGeom>
              <a:avLst/>
              <a:gdLst>
                <a:gd name="textAreaLeft" fmla="*/ 0 w 252720"/>
                <a:gd name="textAreaRight" fmla="*/ 253080 w 252720"/>
                <a:gd name="textAreaTop" fmla="*/ 0 h 213120"/>
                <a:gd name="textAreaBottom" fmla="*/ 213480 h 213120"/>
              </a:gdLst>
              <a:ahLst/>
              <a:cxnLst/>
              <a:rect l="textAreaLeft" t="textAreaTop" r="textAreaRight" b="textAreaBottom"/>
              <a:pathLst>
                <a:path w="6618" h="5583">
                  <a:moveTo>
                    <a:pt x="6374" y="1"/>
                  </a:moveTo>
                  <a:lnTo>
                    <a:pt x="0" y="5583"/>
                  </a:lnTo>
                  <a:cubicBezTo>
                    <a:pt x="1137" y="5177"/>
                    <a:pt x="5521" y="1787"/>
                    <a:pt x="6617" y="914"/>
                  </a:cubicBezTo>
                  <a:lnTo>
                    <a:pt x="637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352;p39"/>
            <p:cNvSpPr/>
            <p:nvPr/>
          </p:nvSpPr>
          <p:spPr>
            <a:xfrm>
              <a:off x="1843920" y="2265120"/>
              <a:ext cx="119160" cy="35856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358560"/>
                <a:gd name="textAreaBottom" fmla="*/ 358920 h 358560"/>
              </a:gdLst>
              <a:ahLst/>
              <a:cxnLst/>
              <a:rect l="textAreaLeft" t="textAreaTop" r="textAreaRight" b="textAreaBottom"/>
              <a:pathLst>
                <a:path w="3127" h="9379">
                  <a:moveTo>
                    <a:pt x="1056" y="1"/>
                  </a:moveTo>
                  <a:lnTo>
                    <a:pt x="0" y="9378"/>
                  </a:lnTo>
                  <a:lnTo>
                    <a:pt x="3126" y="7917"/>
                  </a:lnTo>
                  <a:lnTo>
                    <a:pt x="1056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353;p39"/>
            <p:cNvSpPr/>
            <p:nvPr/>
          </p:nvSpPr>
          <p:spPr>
            <a:xfrm>
              <a:off x="2133360" y="2968920"/>
              <a:ext cx="579240" cy="556920"/>
            </a:xfrm>
            <a:custGeom>
              <a:avLst/>
              <a:gdLst>
                <a:gd name="textAreaLeft" fmla="*/ 0 w 579240"/>
                <a:gd name="textAreaRight" fmla="*/ 579600 w 57924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15153" h="14563">
                  <a:moveTo>
                    <a:pt x="10728" y="0"/>
                  </a:moveTo>
                  <a:cubicBezTo>
                    <a:pt x="10728" y="0"/>
                    <a:pt x="2182" y="4364"/>
                    <a:pt x="1127" y="6617"/>
                  </a:cubicBezTo>
                  <a:cubicBezTo>
                    <a:pt x="124" y="8758"/>
                    <a:pt x="1" y="14563"/>
                    <a:pt x="1871" y="14563"/>
                  </a:cubicBezTo>
                  <a:cubicBezTo>
                    <a:pt x="1969" y="14563"/>
                    <a:pt x="2073" y="14547"/>
                    <a:pt x="2182" y="14513"/>
                  </a:cubicBezTo>
                  <a:cubicBezTo>
                    <a:pt x="4374" y="13823"/>
                    <a:pt x="15152" y="3715"/>
                    <a:pt x="15152" y="3715"/>
                  </a:cubicBezTo>
                  <a:lnTo>
                    <a:pt x="14016" y="1259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354;p39"/>
            <p:cNvSpPr/>
            <p:nvPr/>
          </p:nvSpPr>
          <p:spPr>
            <a:xfrm>
              <a:off x="2400120" y="2523240"/>
              <a:ext cx="345240" cy="46944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469440"/>
                <a:gd name="textAreaBottom" fmla="*/ 469800 h 469440"/>
              </a:gdLst>
              <a:ahLst/>
              <a:cxnLst/>
              <a:rect l="textAreaLeft" t="textAreaTop" r="textAreaRight" b="textAreaBottom"/>
              <a:pathLst>
                <a:path w="9033" h="12281">
                  <a:moveTo>
                    <a:pt x="4364" y="1"/>
                  </a:moveTo>
                  <a:lnTo>
                    <a:pt x="0" y="610"/>
                  </a:lnTo>
                  <a:lnTo>
                    <a:pt x="3735" y="10718"/>
                  </a:lnTo>
                  <a:lnTo>
                    <a:pt x="7511" y="12281"/>
                  </a:lnTo>
                  <a:lnTo>
                    <a:pt x="9033" y="112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355;p39"/>
            <p:cNvSpPr/>
            <p:nvPr/>
          </p:nvSpPr>
          <p:spPr>
            <a:xfrm>
              <a:off x="2585520" y="2585880"/>
              <a:ext cx="159480" cy="382680"/>
            </a:xfrm>
            <a:custGeom>
              <a:avLst/>
              <a:gdLst>
                <a:gd name="textAreaLeft" fmla="*/ 0 w 159480"/>
                <a:gd name="textAreaRight" fmla="*/ 159840 w 159480"/>
                <a:gd name="textAreaTop" fmla="*/ 0 h 382680"/>
                <a:gd name="textAreaBottom" fmla="*/ 383040 h 382680"/>
              </a:gdLst>
              <a:ahLst/>
              <a:cxnLst/>
              <a:rect l="textAreaLeft" t="textAreaTop" r="textAreaRight" b="textAreaBottom"/>
              <a:pathLst>
                <a:path w="4182" h="10008">
                  <a:moveTo>
                    <a:pt x="1" y="1"/>
                  </a:moveTo>
                  <a:lnTo>
                    <a:pt x="3614" y="10007"/>
                  </a:lnTo>
                  <a:lnTo>
                    <a:pt x="4182" y="9622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356;p39"/>
            <p:cNvSpPr/>
            <p:nvPr/>
          </p:nvSpPr>
          <p:spPr>
            <a:xfrm>
              <a:off x="2341080" y="2421360"/>
              <a:ext cx="256680" cy="25668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6720" h="6720">
                  <a:moveTo>
                    <a:pt x="3350" y="1"/>
                  </a:moveTo>
                  <a:cubicBezTo>
                    <a:pt x="1503" y="1"/>
                    <a:pt x="1" y="1503"/>
                    <a:pt x="1" y="3370"/>
                  </a:cubicBezTo>
                  <a:cubicBezTo>
                    <a:pt x="1" y="5217"/>
                    <a:pt x="1503" y="6719"/>
                    <a:pt x="3350" y="6719"/>
                  </a:cubicBezTo>
                  <a:cubicBezTo>
                    <a:pt x="5217" y="6719"/>
                    <a:pt x="6719" y="5217"/>
                    <a:pt x="6719" y="3370"/>
                  </a:cubicBezTo>
                  <a:cubicBezTo>
                    <a:pt x="6719" y="1503"/>
                    <a:pt x="5217" y="1"/>
                    <a:pt x="335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357;p39"/>
            <p:cNvSpPr/>
            <p:nvPr/>
          </p:nvSpPr>
          <p:spPr>
            <a:xfrm>
              <a:off x="2465280" y="2421360"/>
              <a:ext cx="132480" cy="186840"/>
            </a:xfrm>
            <a:custGeom>
              <a:avLst/>
              <a:gdLst>
                <a:gd name="textAreaLeft" fmla="*/ 0 w 132480"/>
                <a:gd name="textAreaRight" fmla="*/ 132840 w 13248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3472" h="4893">
                  <a:moveTo>
                    <a:pt x="102" y="1"/>
                  </a:moveTo>
                  <a:cubicBezTo>
                    <a:pt x="61" y="1"/>
                    <a:pt x="41" y="21"/>
                    <a:pt x="0" y="21"/>
                  </a:cubicBezTo>
                  <a:cubicBezTo>
                    <a:pt x="1827" y="589"/>
                    <a:pt x="3147" y="2294"/>
                    <a:pt x="3147" y="4304"/>
                  </a:cubicBezTo>
                  <a:cubicBezTo>
                    <a:pt x="3147" y="4507"/>
                    <a:pt x="3126" y="4689"/>
                    <a:pt x="3106" y="4892"/>
                  </a:cubicBezTo>
                  <a:cubicBezTo>
                    <a:pt x="3329" y="4426"/>
                    <a:pt x="3471" y="3918"/>
                    <a:pt x="3471" y="3370"/>
                  </a:cubicBezTo>
                  <a:cubicBezTo>
                    <a:pt x="3471" y="1503"/>
                    <a:pt x="1949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358;p39"/>
            <p:cNvSpPr/>
            <p:nvPr/>
          </p:nvSpPr>
          <p:spPr>
            <a:xfrm>
              <a:off x="2431080" y="2758320"/>
              <a:ext cx="171360" cy="190800"/>
            </a:xfrm>
            <a:custGeom>
              <a:avLst/>
              <a:gdLst>
                <a:gd name="textAreaLeft" fmla="*/ 0 w 171360"/>
                <a:gd name="textAreaRight" fmla="*/ 171720 w 1713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4487" h="4995">
                  <a:moveTo>
                    <a:pt x="995" y="1"/>
                  </a:moveTo>
                  <a:lnTo>
                    <a:pt x="0" y="2031"/>
                  </a:lnTo>
                  <a:lnTo>
                    <a:pt x="3471" y="4994"/>
                  </a:lnTo>
                  <a:lnTo>
                    <a:pt x="4486" y="2254"/>
                  </a:lnTo>
                  <a:lnTo>
                    <a:pt x="99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359;p39"/>
            <p:cNvSpPr/>
            <p:nvPr/>
          </p:nvSpPr>
          <p:spPr>
            <a:xfrm>
              <a:off x="2082960" y="2812680"/>
              <a:ext cx="490320" cy="434880"/>
            </a:xfrm>
            <a:custGeom>
              <a:avLst/>
              <a:gdLst>
                <a:gd name="textAreaLeft" fmla="*/ 0 w 490320"/>
                <a:gd name="textAreaRight" fmla="*/ 490680 w 490320"/>
                <a:gd name="textAreaTop" fmla="*/ 0 h 434880"/>
                <a:gd name="textAreaBottom" fmla="*/ 435240 h 434880"/>
              </a:gdLst>
              <a:ahLst/>
              <a:cxnLst/>
              <a:rect l="textAreaLeft" t="textAreaTop" r="textAreaRight" b="textAreaBottom"/>
              <a:pathLst>
                <a:path w="12827" h="11374">
                  <a:moveTo>
                    <a:pt x="9078" y="1"/>
                  </a:moveTo>
                  <a:cubicBezTo>
                    <a:pt x="9078" y="1"/>
                    <a:pt x="1974" y="3187"/>
                    <a:pt x="918" y="5968"/>
                  </a:cubicBezTo>
                  <a:cubicBezTo>
                    <a:pt x="1" y="8323"/>
                    <a:pt x="974" y="11373"/>
                    <a:pt x="2250" y="11373"/>
                  </a:cubicBezTo>
                  <a:cubicBezTo>
                    <a:pt x="2470" y="11373"/>
                    <a:pt x="2698" y="11283"/>
                    <a:pt x="2928" y="11083"/>
                  </a:cubicBezTo>
                  <a:cubicBezTo>
                    <a:pt x="4494" y="9758"/>
                    <a:pt x="12115" y="4383"/>
                    <a:pt x="12557" y="4383"/>
                  </a:cubicBezTo>
                  <a:cubicBezTo>
                    <a:pt x="12562" y="4383"/>
                    <a:pt x="12566" y="4384"/>
                    <a:pt x="12569" y="4385"/>
                  </a:cubicBezTo>
                  <a:cubicBezTo>
                    <a:pt x="12576" y="4387"/>
                    <a:pt x="12583" y="4389"/>
                    <a:pt x="12589" y="4389"/>
                  </a:cubicBezTo>
                  <a:cubicBezTo>
                    <a:pt x="12826" y="4389"/>
                    <a:pt x="12285" y="2457"/>
                    <a:pt x="12285" y="2457"/>
                  </a:cubicBezTo>
                  <a:lnTo>
                    <a:pt x="907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360;p39"/>
            <p:cNvSpPr/>
            <p:nvPr/>
          </p:nvSpPr>
          <p:spPr>
            <a:xfrm>
              <a:off x="1908360" y="2773800"/>
              <a:ext cx="219600" cy="35604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356040"/>
                <a:gd name="textAreaBottom" fmla="*/ 356400 h 356040"/>
              </a:gdLst>
              <a:ahLst/>
              <a:cxnLst/>
              <a:rect l="textAreaLeft" t="textAreaTop" r="textAreaRight" b="textAreaBottom"/>
              <a:pathLst>
                <a:path w="5745" h="9318">
                  <a:moveTo>
                    <a:pt x="1624" y="1"/>
                  </a:moveTo>
                  <a:lnTo>
                    <a:pt x="0" y="1016"/>
                  </a:lnTo>
                  <a:lnTo>
                    <a:pt x="3512" y="9317"/>
                  </a:lnTo>
                  <a:lnTo>
                    <a:pt x="5744" y="8018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361;p39"/>
            <p:cNvSpPr/>
            <p:nvPr/>
          </p:nvSpPr>
          <p:spPr>
            <a:xfrm>
              <a:off x="2413080" y="2568240"/>
              <a:ext cx="224280" cy="31032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5867" h="8120">
                  <a:moveTo>
                    <a:pt x="2213" y="1"/>
                  </a:moveTo>
                  <a:lnTo>
                    <a:pt x="1" y="1645"/>
                  </a:lnTo>
                  <a:lnTo>
                    <a:pt x="447" y="6395"/>
                  </a:lnTo>
                  <a:lnTo>
                    <a:pt x="3938" y="8120"/>
                  </a:lnTo>
                  <a:lnTo>
                    <a:pt x="5867" y="6395"/>
                  </a:lnTo>
                  <a:lnTo>
                    <a:pt x="4628" y="1401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362;p39"/>
            <p:cNvSpPr/>
            <p:nvPr/>
          </p:nvSpPr>
          <p:spPr>
            <a:xfrm>
              <a:off x="1872720" y="2185200"/>
              <a:ext cx="606960" cy="53784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537840"/>
                <a:gd name="textAreaBottom" fmla="*/ 538200 h 537840"/>
              </a:gdLst>
              <a:ahLst/>
              <a:cxnLst/>
              <a:rect l="textAreaLeft" t="textAreaTop" r="textAreaRight" b="textAreaBottom"/>
              <a:pathLst>
                <a:path w="15874" h="14067">
                  <a:moveTo>
                    <a:pt x="0" y="0"/>
                  </a:moveTo>
                  <a:lnTo>
                    <a:pt x="1502" y="10311"/>
                  </a:lnTo>
                  <a:lnTo>
                    <a:pt x="10961" y="14066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363;p39"/>
            <p:cNvSpPr/>
            <p:nvPr/>
          </p:nvSpPr>
          <p:spPr>
            <a:xfrm>
              <a:off x="1872720" y="2185200"/>
              <a:ext cx="606960" cy="354600"/>
            </a:xfrm>
            <a:custGeom>
              <a:avLst/>
              <a:gdLst>
                <a:gd name="textAreaLeft" fmla="*/ 0 w 606960"/>
                <a:gd name="textAreaRight" fmla="*/ 607320 w 606960"/>
                <a:gd name="textAreaTop" fmla="*/ 0 h 354600"/>
                <a:gd name="textAreaBottom" fmla="*/ 354960 h 354600"/>
              </a:gdLst>
              <a:ahLst/>
              <a:cxnLst/>
              <a:rect l="textAreaLeft" t="textAreaTop" r="textAreaRight" b="textAreaBottom"/>
              <a:pathLst>
                <a:path w="15874" h="9277">
                  <a:moveTo>
                    <a:pt x="0" y="0"/>
                  </a:moveTo>
                  <a:lnTo>
                    <a:pt x="305" y="2091"/>
                  </a:lnTo>
                  <a:lnTo>
                    <a:pt x="14594" y="6780"/>
                  </a:lnTo>
                  <a:lnTo>
                    <a:pt x="15873" y="9276"/>
                  </a:lnTo>
                  <a:lnTo>
                    <a:pt x="15589" y="5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364;p39"/>
            <p:cNvSpPr/>
            <p:nvPr/>
          </p:nvSpPr>
          <p:spPr>
            <a:xfrm>
              <a:off x="1909800" y="2444760"/>
              <a:ext cx="464040" cy="278640"/>
            </a:xfrm>
            <a:custGeom>
              <a:avLst/>
              <a:gdLst>
                <a:gd name="textAreaLeft" fmla="*/ 0 w 464040"/>
                <a:gd name="textAreaRight" fmla="*/ 464400 w 464040"/>
                <a:gd name="textAreaTop" fmla="*/ 0 h 278640"/>
                <a:gd name="textAreaBottom" fmla="*/ 279000 h 278640"/>
              </a:gdLst>
              <a:ahLst/>
              <a:cxnLst/>
              <a:rect l="textAreaLeft" t="textAreaTop" r="textAreaRight" b="textAreaBottom"/>
              <a:pathLst>
                <a:path w="12139" h="7288">
                  <a:moveTo>
                    <a:pt x="1" y="1"/>
                  </a:moveTo>
                  <a:lnTo>
                    <a:pt x="528" y="3532"/>
                  </a:lnTo>
                  <a:lnTo>
                    <a:pt x="9987" y="7287"/>
                  </a:lnTo>
                  <a:lnTo>
                    <a:pt x="12139" y="5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2C2C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365;p39"/>
            <p:cNvSpPr/>
            <p:nvPr/>
          </p:nvSpPr>
          <p:spPr>
            <a:xfrm>
              <a:off x="1319760" y="2214000"/>
              <a:ext cx="565920" cy="896760"/>
            </a:xfrm>
            <a:custGeom>
              <a:avLst/>
              <a:gdLst>
                <a:gd name="textAreaLeft" fmla="*/ 0 w 565920"/>
                <a:gd name="textAreaRight" fmla="*/ 566280 w 565920"/>
                <a:gd name="textAreaTop" fmla="*/ 0 h 896760"/>
                <a:gd name="textAreaBottom" fmla="*/ 897120 h 896760"/>
              </a:gdLst>
              <a:ahLst/>
              <a:cxnLst/>
              <a:rect l="textAreaLeft" t="textAreaTop" r="textAreaRight" b="textAreaBottom"/>
              <a:pathLst>
                <a:path w="14798" h="23444">
                  <a:moveTo>
                    <a:pt x="14797" y="0"/>
                  </a:moveTo>
                  <a:lnTo>
                    <a:pt x="0" y="13803"/>
                  </a:lnTo>
                  <a:lnTo>
                    <a:pt x="3126" y="23444"/>
                  </a:lnTo>
                  <a:lnTo>
                    <a:pt x="7511" y="21922"/>
                  </a:lnTo>
                  <a:lnTo>
                    <a:pt x="14757" y="10250"/>
                  </a:lnTo>
                  <a:lnTo>
                    <a:pt x="14797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366;p39"/>
            <p:cNvSpPr/>
            <p:nvPr/>
          </p:nvSpPr>
          <p:spPr>
            <a:xfrm>
              <a:off x="1412280" y="2421360"/>
              <a:ext cx="471960" cy="689400"/>
            </a:xfrm>
            <a:custGeom>
              <a:avLst/>
              <a:gdLst>
                <a:gd name="textAreaLeft" fmla="*/ 0 w 471960"/>
                <a:gd name="textAreaRight" fmla="*/ 472320 w 471960"/>
                <a:gd name="textAreaTop" fmla="*/ 0 h 689400"/>
                <a:gd name="textAreaBottom" fmla="*/ 689760 h 689400"/>
              </a:gdLst>
              <a:ahLst/>
              <a:cxnLst/>
              <a:rect l="textAreaLeft" t="textAreaTop" r="textAreaRight" b="textAreaBottom"/>
              <a:pathLst>
                <a:path w="12342" h="18025">
                  <a:moveTo>
                    <a:pt x="12342" y="1"/>
                  </a:moveTo>
                  <a:lnTo>
                    <a:pt x="1" y="15873"/>
                  </a:lnTo>
                  <a:lnTo>
                    <a:pt x="711" y="18025"/>
                  </a:lnTo>
                  <a:lnTo>
                    <a:pt x="5096" y="16503"/>
                  </a:lnTo>
                  <a:lnTo>
                    <a:pt x="12342" y="4831"/>
                  </a:lnTo>
                  <a:lnTo>
                    <a:pt x="12342" y="1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367;p39"/>
            <p:cNvSpPr/>
            <p:nvPr/>
          </p:nvSpPr>
          <p:spPr>
            <a:xfrm>
              <a:off x="1115640" y="2318040"/>
              <a:ext cx="337320" cy="398880"/>
            </a:xfrm>
            <a:custGeom>
              <a:avLst/>
              <a:gdLst>
                <a:gd name="textAreaLeft" fmla="*/ 0 w 337320"/>
                <a:gd name="textAreaRight" fmla="*/ 337680 w 337320"/>
                <a:gd name="textAreaTop" fmla="*/ 0 h 398880"/>
                <a:gd name="textAreaBottom" fmla="*/ 399240 h 398880"/>
              </a:gdLst>
              <a:ahLst/>
              <a:cxnLst/>
              <a:rect l="textAreaLeft" t="textAreaTop" r="textAreaRight" b="textAreaBottom"/>
              <a:pathLst>
                <a:path w="8830" h="10434">
                  <a:moveTo>
                    <a:pt x="2619" y="0"/>
                  </a:moveTo>
                  <a:lnTo>
                    <a:pt x="0" y="3552"/>
                  </a:lnTo>
                  <a:lnTo>
                    <a:pt x="8282" y="10433"/>
                  </a:lnTo>
                  <a:lnTo>
                    <a:pt x="8830" y="9804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368;p39"/>
            <p:cNvSpPr/>
            <p:nvPr/>
          </p:nvSpPr>
          <p:spPr>
            <a:xfrm>
              <a:off x="-717120" y="3543480"/>
              <a:ext cx="1510200" cy="1785960"/>
            </a:xfrm>
            <a:custGeom>
              <a:avLst/>
              <a:gdLst>
                <a:gd name="textAreaLeft" fmla="*/ 0 w 1510200"/>
                <a:gd name="textAreaRight" fmla="*/ 1510560 w 1510200"/>
                <a:gd name="textAreaTop" fmla="*/ 0 h 1785960"/>
                <a:gd name="textAreaBottom" fmla="*/ 1786320 h 1785960"/>
              </a:gdLst>
              <a:ahLst/>
              <a:cxnLst/>
              <a:rect l="textAreaLeft" t="textAreaTop" r="textAreaRight" b="textAreaBottom"/>
              <a:pathLst>
                <a:path w="39480" h="46686">
                  <a:moveTo>
                    <a:pt x="23242" y="1"/>
                  </a:moveTo>
                  <a:lnTo>
                    <a:pt x="1" y="35176"/>
                  </a:lnTo>
                  <a:lnTo>
                    <a:pt x="31462" y="46685"/>
                  </a:lnTo>
                  <a:lnTo>
                    <a:pt x="39480" y="12971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369;p39"/>
            <p:cNvSpPr/>
            <p:nvPr/>
          </p:nvSpPr>
          <p:spPr>
            <a:xfrm>
              <a:off x="241920" y="2481120"/>
              <a:ext cx="1466640" cy="1545840"/>
            </a:xfrm>
            <a:custGeom>
              <a:avLst/>
              <a:gdLst>
                <a:gd name="textAreaLeft" fmla="*/ 0 w 1466640"/>
                <a:gd name="textAreaRight" fmla="*/ 1467000 w 1466640"/>
                <a:gd name="textAreaTop" fmla="*/ 0 h 1545840"/>
                <a:gd name="textAreaBottom" fmla="*/ 1546200 h 1545840"/>
              </a:gdLst>
              <a:ahLst/>
              <a:cxnLst/>
              <a:rect l="textAreaLeft" t="textAreaTop" r="textAreaRight" b="textAreaBottom"/>
              <a:pathLst>
                <a:path w="38343" h="40410">
                  <a:moveTo>
                    <a:pt x="20910" y="0"/>
                  </a:moveTo>
                  <a:cubicBezTo>
                    <a:pt x="20694" y="0"/>
                    <a:pt x="20501" y="24"/>
                    <a:pt x="20339" y="78"/>
                  </a:cubicBezTo>
                  <a:cubicBezTo>
                    <a:pt x="18816" y="606"/>
                    <a:pt x="17071" y="1275"/>
                    <a:pt x="16665" y="1742"/>
                  </a:cubicBezTo>
                  <a:cubicBezTo>
                    <a:pt x="15893" y="2574"/>
                    <a:pt x="15731" y="4949"/>
                    <a:pt x="14412" y="6634"/>
                  </a:cubicBezTo>
                  <a:cubicBezTo>
                    <a:pt x="13092" y="8339"/>
                    <a:pt x="0" y="24232"/>
                    <a:pt x="0" y="24232"/>
                  </a:cubicBezTo>
                  <a:lnTo>
                    <a:pt x="427" y="28210"/>
                  </a:lnTo>
                  <a:lnTo>
                    <a:pt x="14960" y="40409"/>
                  </a:lnTo>
                  <a:cubicBezTo>
                    <a:pt x="14960" y="40409"/>
                    <a:pt x="31543" y="35091"/>
                    <a:pt x="34588" y="31925"/>
                  </a:cubicBezTo>
                  <a:cubicBezTo>
                    <a:pt x="37632" y="28779"/>
                    <a:pt x="38343" y="24557"/>
                    <a:pt x="38343" y="24557"/>
                  </a:cubicBezTo>
                  <a:lnTo>
                    <a:pt x="32680" y="13555"/>
                  </a:lnTo>
                  <a:lnTo>
                    <a:pt x="31989" y="6898"/>
                  </a:lnTo>
                  <a:lnTo>
                    <a:pt x="25210" y="1255"/>
                  </a:lnTo>
                  <a:cubicBezTo>
                    <a:pt x="25210" y="1255"/>
                    <a:pt x="22480" y="0"/>
                    <a:pt x="2091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370;p39"/>
            <p:cNvSpPr/>
            <p:nvPr/>
          </p:nvSpPr>
          <p:spPr>
            <a:xfrm>
              <a:off x="641160" y="3382920"/>
              <a:ext cx="1067400" cy="613080"/>
            </a:xfrm>
            <a:custGeom>
              <a:avLst/>
              <a:gdLst>
                <a:gd name="textAreaLeft" fmla="*/ 0 w 1067400"/>
                <a:gd name="textAreaRight" fmla="*/ 1067760 w 1067400"/>
                <a:gd name="textAreaTop" fmla="*/ 0 h 613080"/>
                <a:gd name="textAreaBottom" fmla="*/ 613440 h 613080"/>
              </a:gdLst>
              <a:ahLst/>
              <a:cxnLst/>
              <a:rect l="textAreaLeft" t="textAreaTop" r="textAreaRight" b="textAreaBottom"/>
              <a:pathLst>
                <a:path w="27910" h="16030">
                  <a:moveTo>
                    <a:pt x="2935" y="1"/>
                  </a:moveTo>
                  <a:cubicBezTo>
                    <a:pt x="2147" y="1"/>
                    <a:pt x="1543" y="867"/>
                    <a:pt x="1543" y="867"/>
                  </a:cubicBezTo>
                  <a:cubicBezTo>
                    <a:pt x="0" y="10305"/>
                    <a:pt x="6069" y="15238"/>
                    <a:pt x="6942" y="16029"/>
                  </a:cubicBezTo>
                  <a:cubicBezTo>
                    <a:pt x="11671" y="14426"/>
                    <a:pt x="21841" y="10772"/>
                    <a:pt x="24155" y="8357"/>
                  </a:cubicBezTo>
                  <a:cubicBezTo>
                    <a:pt x="27199" y="5211"/>
                    <a:pt x="27910" y="989"/>
                    <a:pt x="27910" y="989"/>
                  </a:cubicBezTo>
                  <a:lnTo>
                    <a:pt x="27605" y="380"/>
                  </a:lnTo>
                  <a:lnTo>
                    <a:pt x="20379" y="3424"/>
                  </a:lnTo>
                  <a:cubicBezTo>
                    <a:pt x="20379" y="3424"/>
                    <a:pt x="16034" y="1233"/>
                    <a:pt x="12989" y="1233"/>
                  </a:cubicBezTo>
                  <a:cubicBezTo>
                    <a:pt x="12113" y="1233"/>
                    <a:pt x="11345" y="1415"/>
                    <a:pt x="10819" y="1882"/>
                  </a:cubicBezTo>
                  <a:cubicBezTo>
                    <a:pt x="9940" y="2669"/>
                    <a:pt x="8969" y="2999"/>
                    <a:pt x="8031" y="2999"/>
                  </a:cubicBezTo>
                  <a:cubicBezTo>
                    <a:pt x="6477" y="2999"/>
                    <a:pt x="5012" y="2094"/>
                    <a:pt x="4202" y="867"/>
                  </a:cubicBezTo>
                  <a:cubicBezTo>
                    <a:pt x="3769" y="217"/>
                    <a:pt x="3329" y="1"/>
                    <a:pt x="2935" y="1"/>
                  </a:cubicBez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371;p39"/>
            <p:cNvSpPr/>
            <p:nvPr/>
          </p:nvSpPr>
          <p:spPr>
            <a:xfrm>
              <a:off x="470160" y="2938680"/>
              <a:ext cx="248040" cy="276120"/>
            </a:xfrm>
            <a:custGeom>
              <a:avLst/>
              <a:gdLst>
                <a:gd name="textAreaLeft" fmla="*/ 0 w 248040"/>
                <a:gd name="textAreaRight" fmla="*/ 248400 w 248040"/>
                <a:gd name="textAreaTop" fmla="*/ 0 h 276120"/>
                <a:gd name="textAreaBottom" fmla="*/ 276480 h 276120"/>
              </a:gdLst>
              <a:ahLst/>
              <a:cxnLst/>
              <a:rect l="textAreaLeft" t="textAreaTop" r="textAreaRight" b="textAreaBottom"/>
              <a:pathLst>
                <a:path w="6497" h="7227">
                  <a:moveTo>
                    <a:pt x="6435" y="1"/>
                  </a:moveTo>
                  <a:cubicBezTo>
                    <a:pt x="6435" y="1"/>
                    <a:pt x="6029" y="1665"/>
                    <a:pt x="3959" y="4060"/>
                  </a:cubicBezTo>
                  <a:cubicBezTo>
                    <a:pt x="1868" y="6435"/>
                    <a:pt x="1" y="7227"/>
                    <a:pt x="1" y="7227"/>
                  </a:cubicBezTo>
                  <a:cubicBezTo>
                    <a:pt x="1" y="7227"/>
                    <a:pt x="3046" y="6740"/>
                    <a:pt x="4771" y="4466"/>
                  </a:cubicBezTo>
                  <a:cubicBezTo>
                    <a:pt x="6496" y="2213"/>
                    <a:pt x="6435" y="1"/>
                    <a:pt x="64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372;p39"/>
            <p:cNvSpPr/>
            <p:nvPr/>
          </p:nvSpPr>
          <p:spPr>
            <a:xfrm>
              <a:off x="1440000" y="2723400"/>
              <a:ext cx="50040" cy="26136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261360"/>
                <a:gd name="textAreaBottom" fmla="*/ 261720 h 261360"/>
              </a:gdLst>
              <a:ahLst/>
              <a:cxnLst/>
              <a:rect l="textAreaLeft" t="textAreaTop" r="textAreaRight" b="textAreaBottom"/>
              <a:pathLst>
                <a:path w="1320" h="6841">
                  <a:moveTo>
                    <a:pt x="1" y="0"/>
                  </a:moveTo>
                  <a:lnTo>
                    <a:pt x="346" y="1502"/>
                  </a:lnTo>
                  <a:lnTo>
                    <a:pt x="589" y="6699"/>
                  </a:lnTo>
                  <a:lnTo>
                    <a:pt x="1320" y="6841"/>
                  </a:lnTo>
                  <a:lnTo>
                    <a:pt x="1320" y="6841"/>
                  </a:lnTo>
                  <a:lnTo>
                    <a:pt x="670" y="5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373;p39"/>
            <p:cNvSpPr/>
            <p:nvPr/>
          </p:nvSpPr>
          <p:spPr>
            <a:xfrm>
              <a:off x="860040" y="3702600"/>
              <a:ext cx="704880" cy="293400"/>
            </a:xfrm>
            <a:custGeom>
              <a:avLst/>
              <a:gdLst>
                <a:gd name="textAreaLeft" fmla="*/ 0 w 704880"/>
                <a:gd name="textAreaRight" fmla="*/ 705240 w 704880"/>
                <a:gd name="textAreaTop" fmla="*/ 0 h 293400"/>
                <a:gd name="textAreaBottom" fmla="*/ 293760 h 293400"/>
              </a:gdLst>
              <a:ahLst/>
              <a:cxnLst/>
              <a:rect l="textAreaLeft" t="textAreaTop" r="textAreaRight" b="textAreaBottom"/>
              <a:pathLst>
                <a:path w="18431" h="7674">
                  <a:moveTo>
                    <a:pt x="18431" y="1"/>
                  </a:moveTo>
                  <a:lnTo>
                    <a:pt x="18431" y="1"/>
                  </a:lnTo>
                  <a:cubicBezTo>
                    <a:pt x="18430" y="1"/>
                    <a:pt x="14310" y="2152"/>
                    <a:pt x="9926" y="3776"/>
                  </a:cubicBezTo>
                  <a:cubicBezTo>
                    <a:pt x="5521" y="5420"/>
                    <a:pt x="0" y="6435"/>
                    <a:pt x="0" y="6435"/>
                  </a:cubicBezTo>
                  <a:lnTo>
                    <a:pt x="1218" y="7673"/>
                  </a:lnTo>
                  <a:cubicBezTo>
                    <a:pt x="5947" y="6070"/>
                    <a:pt x="16117" y="2416"/>
                    <a:pt x="1843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374;p39"/>
            <p:cNvSpPr/>
            <p:nvPr/>
          </p:nvSpPr>
          <p:spPr>
            <a:xfrm>
              <a:off x="383040" y="2850840"/>
              <a:ext cx="316440" cy="385560"/>
            </a:xfrm>
            <a:custGeom>
              <a:avLst/>
              <a:gdLst>
                <a:gd name="textAreaLeft" fmla="*/ 0 w 316440"/>
                <a:gd name="textAreaRight" fmla="*/ 316800 w 316440"/>
                <a:gd name="textAreaTop" fmla="*/ 0 h 385560"/>
                <a:gd name="textAreaBottom" fmla="*/ 385920 h 385560"/>
              </a:gdLst>
              <a:ahLst/>
              <a:cxnLst/>
              <a:rect l="textAreaLeft" t="textAreaTop" r="textAreaRight" b="textAreaBottom"/>
              <a:pathLst>
                <a:path w="8282" h="10089">
                  <a:moveTo>
                    <a:pt x="8282" y="0"/>
                  </a:moveTo>
                  <a:cubicBezTo>
                    <a:pt x="5988" y="2801"/>
                    <a:pt x="2578" y="6942"/>
                    <a:pt x="1" y="10088"/>
                  </a:cubicBezTo>
                  <a:lnTo>
                    <a:pt x="1218" y="10088"/>
                  </a:lnTo>
                  <a:lnTo>
                    <a:pt x="8282" y="1604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375;p39"/>
            <p:cNvSpPr/>
            <p:nvPr/>
          </p:nvSpPr>
          <p:spPr>
            <a:xfrm>
              <a:off x="1215720" y="3319200"/>
              <a:ext cx="492840" cy="390240"/>
            </a:xfrm>
            <a:custGeom>
              <a:avLst/>
              <a:gdLst>
                <a:gd name="textAreaLeft" fmla="*/ 0 w 492840"/>
                <a:gd name="textAreaRight" fmla="*/ 493200 w 492840"/>
                <a:gd name="textAreaTop" fmla="*/ 0 h 390240"/>
                <a:gd name="textAreaBottom" fmla="*/ 390600 h 390240"/>
              </a:gdLst>
              <a:ahLst/>
              <a:cxnLst/>
              <a:rect l="textAreaLeft" t="textAreaTop" r="textAreaRight" b="textAreaBottom"/>
              <a:pathLst>
                <a:path w="12890" h="10209">
                  <a:moveTo>
                    <a:pt x="11509" y="1"/>
                  </a:moveTo>
                  <a:lnTo>
                    <a:pt x="1" y="9987"/>
                  </a:lnTo>
                  <a:cubicBezTo>
                    <a:pt x="1" y="9987"/>
                    <a:pt x="1571" y="10209"/>
                    <a:pt x="3775" y="10209"/>
                  </a:cubicBezTo>
                  <a:cubicBezTo>
                    <a:pt x="5460" y="10209"/>
                    <a:pt x="7515" y="10079"/>
                    <a:pt x="9520" y="9622"/>
                  </a:cubicBezTo>
                  <a:cubicBezTo>
                    <a:pt x="12240" y="6516"/>
                    <a:pt x="12890" y="2660"/>
                    <a:pt x="12890" y="2660"/>
                  </a:cubicBezTo>
                  <a:lnTo>
                    <a:pt x="11509" y="1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376;p39"/>
            <p:cNvSpPr/>
            <p:nvPr/>
          </p:nvSpPr>
          <p:spPr>
            <a:xfrm>
              <a:off x="1215720" y="1918080"/>
              <a:ext cx="714240" cy="774720"/>
            </a:xfrm>
            <a:custGeom>
              <a:avLst/>
              <a:gdLst>
                <a:gd name="textAreaLeft" fmla="*/ 0 w 714240"/>
                <a:gd name="textAreaRight" fmla="*/ 714600 w 714240"/>
                <a:gd name="textAreaTop" fmla="*/ 0 h 774720"/>
                <a:gd name="textAreaBottom" fmla="*/ 775080 h 774720"/>
              </a:gdLst>
              <a:ahLst/>
              <a:cxnLst/>
              <a:rect l="textAreaLeft" t="textAreaTop" r="textAreaRight" b="textAreaBottom"/>
              <a:pathLst>
                <a:path w="18675" h="20258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6212" y="20258"/>
                  </a:lnTo>
                  <a:lnTo>
                    <a:pt x="7511" y="20258"/>
                  </a:lnTo>
                  <a:lnTo>
                    <a:pt x="18674" y="7734"/>
                  </a:lnTo>
                  <a:lnTo>
                    <a:pt x="18674" y="5035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377;p39"/>
            <p:cNvSpPr/>
            <p:nvPr/>
          </p:nvSpPr>
          <p:spPr>
            <a:xfrm>
              <a:off x="1809000" y="1558440"/>
              <a:ext cx="659880" cy="547920"/>
            </a:xfrm>
            <a:custGeom>
              <a:avLst/>
              <a:gdLst>
                <a:gd name="textAreaLeft" fmla="*/ 0 w 659880"/>
                <a:gd name="textAreaRight" fmla="*/ 660240 w 659880"/>
                <a:gd name="textAreaTop" fmla="*/ 0 h 547920"/>
                <a:gd name="textAreaBottom" fmla="*/ 548280 h 547920"/>
              </a:gdLst>
              <a:ahLst/>
              <a:cxnLst/>
              <a:rect l="textAreaLeft" t="textAreaTop" r="textAreaRight" b="textAreaBottom"/>
              <a:pathLst>
                <a:path w="17254" h="14331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4000" y="13924"/>
                  </a:lnTo>
                  <a:lnTo>
                    <a:pt x="6374" y="14330"/>
                  </a:lnTo>
                  <a:lnTo>
                    <a:pt x="16970" y="7165"/>
                  </a:lnTo>
                  <a:lnTo>
                    <a:pt x="17254" y="4689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378;p39"/>
            <p:cNvSpPr/>
            <p:nvPr/>
          </p:nvSpPr>
          <p:spPr>
            <a:xfrm>
              <a:off x="2413080" y="1417680"/>
              <a:ext cx="562320" cy="36756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367560"/>
                <a:gd name="textAreaBottom" fmla="*/ 367920 h 367560"/>
              </a:gdLst>
              <a:ahLst/>
              <a:cxnLst/>
              <a:rect l="textAreaLeft" t="textAreaTop" r="textAreaRight" b="textAreaBottom"/>
              <a:pathLst>
                <a:path w="14703" h="9614">
                  <a:moveTo>
                    <a:pt x="12878" y="1"/>
                  </a:moveTo>
                  <a:cubicBezTo>
                    <a:pt x="12768" y="1"/>
                    <a:pt x="12657" y="11"/>
                    <a:pt x="12544" y="33"/>
                  </a:cubicBezTo>
                  <a:lnTo>
                    <a:pt x="1807" y="2104"/>
                  </a:lnTo>
                  <a:lnTo>
                    <a:pt x="1" y="3971"/>
                  </a:lnTo>
                  <a:lnTo>
                    <a:pt x="2132" y="8254"/>
                  </a:lnTo>
                  <a:lnTo>
                    <a:pt x="3837" y="9614"/>
                  </a:lnTo>
                  <a:lnTo>
                    <a:pt x="9967" y="7564"/>
                  </a:lnTo>
                  <a:cubicBezTo>
                    <a:pt x="12463" y="6732"/>
                    <a:pt x="14249" y="4540"/>
                    <a:pt x="14574" y="1921"/>
                  </a:cubicBezTo>
                  <a:cubicBezTo>
                    <a:pt x="14702" y="879"/>
                    <a:pt x="13874" y="1"/>
                    <a:pt x="12878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379;p39"/>
            <p:cNvSpPr/>
            <p:nvPr/>
          </p:nvSpPr>
          <p:spPr>
            <a:xfrm>
              <a:off x="1148040" y="2812680"/>
              <a:ext cx="918360" cy="847800"/>
            </a:xfrm>
            <a:custGeom>
              <a:avLst/>
              <a:gdLst>
                <a:gd name="textAreaLeft" fmla="*/ 0 w 918360"/>
                <a:gd name="textAreaRight" fmla="*/ 918720 w 918360"/>
                <a:gd name="textAreaTop" fmla="*/ 0 h 847800"/>
                <a:gd name="textAreaBottom" fmla="*/ 848160 h 847800"/>
              </a:gdLst>
              <a:ahLst/>
              <a:cxnLst/>
              <a:rect l="textAreaLeft" t="textAreaTop" r="textAreaRight" b="textAreaBottom"/>
              <a:pathLst>
                <a:path w="24013" h="22166">
                  <a:moveTo>
                    <a:pt x="19202" y="1"/>
                  </a:moveTo>
                  <a:lnTo>
                    <a:pt x="1" y="10068"/>
                  </a:lnTo>
                  <a:lnTo>
                    <a:pt x="6841" y="22166"/>
                  </a:lnTo>
                  <a:cubicBezTo>
                    <a:pt x="6841" y="22166"/>
                    <a:pt x="23628" y="8728"/>
                    <a:pt x="23728" y="8728"/>
                  </a:cubicBezTo>
                  <a:cubicBezTo>
                    <a:pt x="23728" y="8728"/>
                    <a:pt x="23729" y="8728"/>
                    <a:pt x="23729" y="8729"/>
                  </a:cubicBezTo>
                  <a:cubicBezTo>
                    <a:pt x="23729" y="8730"/>
                    <a:pt x="23729" y="8731"/>
                    <a:pt x="23729" y="8731"/>
                  </a:cubicBezTo>
                  <a:cubicBezTo>
                    <a:pt x="23741" y="8731"/>
                    <a:pt x="24013" y="6942"/>
                    <a:pt x="24013" y="6942"/>
                  </a:cubicBezTo>
                  <a:lnTo>
                    <a:pt x="20440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380;p39"/>
            <p:cNvSpPr/>
            <p:nvPr/>
          </p:nvSpPr>
          <p:spPr>
            <a:xfrm>
              <a:off x="1970640" y="2596320"/>
              <a:ext cx="572040" cy="495720"/>
            </a:xfrm>
            <a:custGeom>
              <a:avLst/>
              <a:gdLst>
                <a:gd name="textAreaLeft" fmla="*/ 0 w 572040"/>
                <a:gd name="textAreaRight" fmla="*/ 572400 w 572040"/>
                <a:gd name="textAreaTop" fmla="*/ 0 h 495720"/>
                <a:gd name="textAreaBottom" fmla="*/ 496080 h 495720"/>
              </a:gdLst>
              <a:ahLst/>
              <a:cxnLst/>
              <a:rect l="textAreaLeft" t="textAreaTop" r="textAreaRight" b="textAreaBottom"/>
              <a:pathLst>
                <a:path w="14961" h="12964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lnTo>
                    <a:pt x="3066" y="12071"/>
                  </a:lnTo>
                  <a:lnTo>
                    <a:pt x="4629" y="12964"/>
                  </a:lnTo>
                  <a:cubicBezTo>
                    <a:pt x="4629" y="12964"/>
                    <a:pt x="10332" y="8803"/>
                    <a:pt x="11916" y="7098"/>
                  </a:cubicBezTo>
                  <a:cubicBezTo>
                    <a:pt x="13479" y="5413"/>
                    <a:pt x="14960" y="2084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381;p39"/>
            <p:cNvSpPr/>
            <p:nvPr/>
          </p:nvSpPr>
          <p:spPr>
            <a:xfrm>
              <a:off x="1319760" y="2705400"/>
              <a:ext cx="1179360" cy="954720"/>
            </a:xfrm>
            <a:custGeom>
              <a:avLst/>
              <a:gdLst>
                <a:gd name="textAreaLeft" fmla="*/ 0 w 1179360"/>
                <a:gd name="textAreaRight" fmla="*/ 1179720 w 1179360"/>
                <a:gd name="textAreaTop" fmla="*/ 0 h 954720"/>
                <a:gd name="textAreaBottom" fmla="*/ 955080 h 954720"/>
              </a:gdLst>
              <a:ahLst/>
              <a:cxnLst/>
              <a:rect l="textAreaLeft" t="textAreaTop" r="textAreaRight" b="textAreaBottom"/>
              <a:pathLst>
                <a:path w="30833" h="24967">
                  <a:moveTo>
                    <a:pt x="30772" y="1"/>
                  </a:moveTo>
                  <a:lnTo>
                    <a:pt x="30772" y="1"/>
                  </a:lnTo>
                  <a:cubicBezTo>
                    <a:pt x="30163" y="1198"/>
                    <a:pt x="28965" y="3086"/>
                    <a:pt x="26976" y="4527"/>
                  </a:cubicBezTo>
                  <a:cubicBezTo>
                    <a:pt x="23850" y="6780"/>
                    <a:pt x="22389" y="7511"/>
                    <a:pt x="22389" y="7511"/>
                  </a:cubicBezTo>
                  <a:lnTo>
                    <a:pt x="21678" y="5664"/>
                  </a:lnTo>
                  <a:lnTo>
                    <a:pt x="16401" y="9317"/>
                  </a:lnTo>
                  <a:lnTo>
                    <a:pt x="17862" y="10596"/>
                  </a:lnTo>
                  <a:lnTo>
                    <a:pt x="5846" y="19385"/>
                  </a:lnTo>
                  <a:cubicBezTo>
                    <a:pt x="5846" y="19385"/>
                    <a:pt x="5197" y="17741"/>
                    <a:pt x="4547" y="16624"/>
                  </a:cubicBezTo>
                  <a:cubicBezTo>
                    <a:pt x="4515" y="16566"/>
                    <a:pt x="4461" y="16539"/>
                    <a:pt x="4388" y="16539"/>
                  </a:cubicBezTo>
                  <a:cubicBezTo>
                    <a:pt x="3770" y="16539"/>
                    <a:pt x="1780" y="18516"/>
                    <a:pt x="0" y="20785"/>
                  </a:cubicBezTo>
                  <a:lnTo>
                    <a:pt x="2355" y="24967"/>
                  </a:lnTo>
                  <a:cubicBezTo>
                    <a:pt x="2355" y="24967"/>
                    <a:pt x="19142" y="11529"/>
                    <a:pt x="19242" y="11529"/>
                  </a:cubicBezTo>
                  <a:cubicBezTo>
                    <a:pt x="19242" y="11529"/>
                    <a:pt x="19243" y="11529"/>
                    <a:pt x="19243" y="11530"/>
                  </a:cubicBezTo>
                  <a:cubicBezTo>
                    <a:pt x="19243" y="11531"/>
                    <a:pt x="19243" y="11532"/>
                    <a:pt x="19243" y="11532"/>
                  </a:cubicBezTo>
                  <a:cubicBezTo>
                    <a:pt x="19255" y="11532"/>
                    <a:pt x="19527" y="9743"/>
                    <a:pt x="19527" y="9743"/>
                  </a:cubicBezTo>
                  <a:lnTo>
                    <a:pt x="19466" y="9642"/>
                  </a:lnTo>
                  <a:cubicBezTo>
                    <a:pt x="19730" y="9540"/>
                    <a:pt x="19973" y="9419"/>
                    <a:pt x="20176" y="9277"/>
                  </a:cubicBezTo>
                  <a:lnTo>
                    <a:pt x="21638" y="10109"/>
                  </a:lnTo>
                  <a:cubicBezTo>
                    <a:pt x="21638" y="10109"/>
                    <a:pt x="27341" y="5948"/>
                    <a:pt x="28925" y="4243"/>
                  </a:cubicBezTo>
                  <a:cubicBezTo>
                    <a:pt x="29899" y="3208"/>
                    <a:pt x="30833" y="1543"/>
                    <a:pt x="3077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382;p39"/>
            <p:cNvSpPr/>
            <p:nvPr/>
          </p:nvSpPr>
          <p:spPr>
            <a:xfrm>
              <a:off x="1397520" y="3120120"/>
              <a:ext cx="662760" cy="540000"/>
            </a:xfrm>
            <a:custGeom>
              <a:avLst/>
              <a:gdLst>
                <a:gd name="textAreaLeft" fmla="*/ 0 w 662760"/>
                <a:gd name="textAreaRight" fmla="*/ 663120 w 662760"/>
                <a:gd name="textAreaTop" fmla="*/ 0 h 540000"/>
                <a:gd name="textAreaBottom" fmla="*/ 540360 h 540000"/>
              </a:gdLst>
              <a:ahLst/>
              <a:cxnLst/>
              <a:rect l="textAreaLeft" t="textAreaTop" r="textAreaRight" b="textAreaBottom"/>
              <a:pathLst>
                <a:path w="17335" h="14128">
                  <a:moveTo>
                    <a:pt x="17334" y="0"/>
                  </a:moveTo>
                  <a:lnTo>
                    <a:pt x="0" y="13194"/>
                  </a:lnTo>
                  <a:lnTo>
                    <a:pt x="325" y="14128"/>
                  </a:lnTo>
                  <a:lnTo>
                    <a:pt x="17213" y="691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383;p39"/>
            <p:cNvSpPr/>
            <p:nvPr/>
          </p:nvSpPr>
          <p:spPr>
            <a:xfrm>
              <a:off x="1002240" y="3190320"/>
              <a:ext cx="514440" cy="514440"/>
            </a:xfrm>
            <a:custGeom>
              <a:avLst/>
              <a:gdLst>
                <a:gd name="textAreaLeft" fmla="*/ 0 w 514440"/>
                <a:gd name="textAreaRight" fmla="*/ 514800 w 514440"/>
                <a:gd name="textAreaTop" fmla="*/ 0 h 514440"/>
                <a:gd name="textAreaBottom" fmla="*/ 514800 h 514440"/>
              </a:gdLst>
              <a:ahLst/>
              <a:cxnLst/>
              <a:rect l="textAreaLeft" t="textAreaTop" r="textAreaRight" b="textAreaBottom"/>
              <a:pathLst>
                <a:path w="13459" h="13458">
                  <a:moveTo>
                    <a:pt x="6719" y="0"/>
                  </a:moveTo>
                  <a:cubicBezTo>
                    <a:pt x="3005" y="0"/>
                    <a:pt x="1" y="3004"/>
                    <a:pt x="1" y="6719"/>
                  </a:cubicBezTo>
                  <a:cubicBezTo>
                    <a:pt x="1" y="10433"/>
                    <a:pt x="3005" y="13458"/>
                    <a:pt x="6719" y="13458"/>
                  </a:cubicBezTo>
                  <a:cubicBezTo>
                    <a:pt x="10434" y="13458"/>
                    <a:pt x="13458" y="10433"/>
                    <a:pt x="13458" y="6719"/>
                  </a:cubicBezTo>
                  <a:cubicBezTo>
                    <a:pt x="13458" y="3004"/>
                    <a:pt x="10434" y="0"/>
                    <a:pt x="6719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384;p39"/>
            <p:cNvSpPr/>
            <p:nvPr/>
          </p:nvSpPr>
          <p:spPr>
            <a:xfrm>
              <a:off x="1884240" y="2815920"/>
              <a:ext cx="266760" cy="266760"/>
            </a:xfrm>
            <a:custGeom>
              <a:avLst/>
              <a:gdLst>
                <a:gd name="textAreaLeft" fmla="*/ 0 w 266760"/>
                <a:gd name="textAreaRight" fmla="*/ 267120 w 266760"/>
                <a:gd name="textAreaTop" fmla="*/ 0 h 266760"/>
                <a:gd name="textAreaBottom" fmla="*/ 267120 h 266760"/>
              </a:gdLst>
              <a:ahLst/>
              <a:cxnLst/>
              <a:rect l="textAreaLeft" t="textAreaTop" r="textAreaRight" b="textAreaBottom"/>
              <a:pathLst>
                <a:path w="6984" h="6984">
                  <a:moveTo>
                    <a:pt x="3492" y="1"/>
                  </a:moveTo>
                  <a:cubicBezTo>
                    <a:pt x="1564" y="1"/>
                    <a:pt x="1" y="1564"/>
                    <a:pt x="1" y="3492"/>
                  </a:cubicBezTo>
                  <a:cubicBezTo>
                    <a:pt x="1" y="5420"/>
                    <a:pt x="1564" y="6983"/>
                    <a:pt x="3492" y="6983"/>
                  </a:cubicBezTo>
                  <a:cubicBezTo>
                    <a:pt x="5420" y="6983"/>
                    <a:pt x="6983" y="5420"/>
                    <a:pt x="6983" y="3492"/>
                  </a:cubicBezTo>
                  <a:cubicBezTo>
                    <a:pt x="6983" y="1564"/>
                    <a:pt x="5420" y="1"/>
                    <a:pt x="349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385;p39"/>
            <p:cNvSpPr/>
            <p:nvPr/>
          </p:nvSpPr>
          <p:spPr>
            <a:xfrm>
              <a:off x="1908360" y="2829960"/>
              <a:ext cx="228600" cy="182880"/>
            </a:xfrm>
            <a:custGeom>
              <a:avLst/>
              <a:gdLst>
                <a:gd name="textAreaLeft" fmla="*/ 0 w 228600"/>
                <a:gd name="textAreaRight" fmla="*/ 228960 w 22860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5988" h="4791">
                  <a:moveTo>
                    <a:pt x="2862" y="0"/>
                  </a:moveTo>
                  <a:cubicBezTo>
                    <a:pt x="1583" y="0"/>
                    <a:pt x="467" y="772"/>
                    <a:pt x="0" y="1888"/>
                  </a:cubicBezTo>
                  <a:cubicBezTo>
                    <a:pt x="548" y="1015"/>
                    <a:pt x="1522" y="426"/>
                    <a:pt x="2639" y="426"/>
                  </a:cubicBezTo>
                  <a:cubicBezTo>
                    <a:pt x="4364" y="426"/>
                    <a:pt x="5765" y="1827"/>
                    <a:pt x="5765" y="3552"/>
                  </a:cubicBezTo>
                  <a:cubicBezTo>
                    <a:pt x="5765" y="3999"/>
                    <a:pt x="5663" y="4405"/>
                    <a:pt x="5501" y="4790"/>
                  </a:cubicBezTo>
                  <a:cubicBezTo>
                    <a:pt x="5805" y="4303"/>
                    <a:pt x="5988" y="3735"/>
                    <a:pt x="5988" y="3126"/>
                  </a:cubicBezTo>
                  <a:cubicBezTo>
                    <a:pt x="5988" y="1401"/>
                    <a:pt x="4587" y="0"/>
                    <a:pt x="2862" y="0"/>
                  </a:cubicBezTo>
                  <a:close/>
                </a:path>
              </a:pathLst>
            </a:custGeom>
            <a:solidFill>
              <a:srgbClr val="728AC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386;p39"/>
            <p:cNvSpPr/>
            <p:nvPr/>
          </p:nvSpPr>
          <p:spPr>
            <a:xfrm>
              <a:off x="1054800" y="3222720"/>
              <a:ext cx="427680" cy="34200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1185" h="8952">
                  <a:moveTo>
                    <a:pt x="5360" y="1"/>
                  </a:moveTo>
                  <a:cubicBezTo>
                    <a:pt x="2964" y="1"/>
                    <a:pt x="894" y="1462"/>
                    <a:pt x="1" y="3533"/>
                  </a:cubicBezTo>
                  <a:cubicBezTo>
                    <a:pt x="1036" y="1909"/>
                    <a:pt x="2863" y="813"/>
                    <a:pt x="4933" y="813"/>
                  </a:cubicBezTo>
                  <a:cubicBezTo>
                    <a:pt x="8140" y="813"/>
                    <a:pt x="10759" y="3431"/>
                    <a:pt x="10759" y="6638"/>
                  </a:cubicBezTo>
                  <a:cubicBezTo>
                    <a:pt x="10759" y="7470"/>
                    <a:pt x="10596" y="8242"/>
                    <a:pt x="10292" y="8952"/>
                  </a:cubicBezTo>
                  <a:cubicBezTo>
                    <a:pt x="10860" y="8059"/>
                    <a:pt x="11185" y="6983"/>
                    <a:pt x="11185" y="5846"/>
                  </a:cubicBezTo>
                  <a:cubicBezTo>
                    <a:pt x="11185" y="2619"/>
                    <a:pt x="8587" y="1"/>
                    <a:pt x="536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387;p39"/>
            <p:cNvSpPr/>
            <p:nvPr/>
          </p:nvSpPr>
          <p:spPr>
            <a:xfrm>
              <a:off x="678960" y="2938680"/>
              <a:ext cx="814320" cy="1063440"/>
            </a:xfrm>
            <a:custGeom>
              <a:avLst/>
              <a:gdLst>
                <a:gd name="textAreaLeft" fmla="*/ 0 w 814320"/>
                <a:gd name="textAreaRight" fmla="*/ 814680 w 814320"/>
                <a:gd name="textAreaTop" fmla="*/ 0 h 1063440"/>
                <a:gd name="textAreaBottom" fmla="*/ 1063800 h 1063440"/>
              </a:gdLst>
              <a:ahLst/>
              <a:cxnLst/>
              <a:rect l="textAreaLeft" t="textAreaTop" r="textAreaRight" b="textAreaBottom"/>
              <a:pathLst>
                <a:path w="21294" h="27809">
                  <a:moveTo>
                    <a:pt x="15813" y="1"/>
                  </a:moveTo>
                  <a:cubicBezTo>
                    <a:pt x="7105" y="1"/>
                    <a:pt x="1" y="7085"/>
                    <a:pt x="1" y="15813"/>
                  </a:cubicBezTo>
                  <a:cubicBezTo>
                    <a:pt x="1" y="20603"/>
                    <a:pt x="2152" y="24886"/>
                    <a:pt x="5522" y="27809"/>
                  </a:cubicBezTo>
                  <a:cubicBezTo>
                    <a:pt x="5765" y="27727"/>
                    <a:pt x="6009" y="27626"/>
                    <a:pt x="6273" y="27545"/>
                  </a:cubicBezTo>
                  <a:cubicBezTo>
                    <a:pt x="2863" y="24764"/>
                    <a:pt x="691" y="20542"/>
                    <a:pt x="691" y="15813"/>
                  </a:cubicBezTo>
                  <a:cubicBezTo>
                    <a:pt x="691" y="7450"/>
                    <a:pt x="7470" y="671"/>
                    <a:pt x="15813" y="671"/>
                  </a:cubicBezTo>
                  <a:cubicBezTo>
                    <a:pt x="17761" y="671"/>
                    <a:pt x="19608" y="1036"/>
                    <a:pt x="21293" y="1706"/>
                  </a:cubicBezTo>
                  <a:lnTo>
                    <a:pt x="21253" y="1604"/>
                  </a:lnTo>
                  <a:lnTo>
                    <a:pt x="21171" y="935"/>
                  </a:lnTo>
                  <a:cubicBezTo>
                    <a:pt x="19507" y="326"/>
                    <a:pt x="17700" y="1"/>
                    <a:pt x="15813" y="1"/>
                  </a:cubicBez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388;p39"/>
            <p:cNvSpPr/>
            <p:nvPr/>
          </p:nvSpPr>
          <p:spPr>
            <a:xfrm>
              <a:off x="72360" y="3889800"/>
              <a:ext cx="533160" cy="122364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1223640"/>
                <a:gd name="textAreaBottom" fmla="*/ 1224000 h 1223640"/>
              </a:gdLst>
              <a:ahLst/>
              <a:cxnLst/>
              <a:rect l="textAreaLeft" t="textAreaTop" r="textAreaRight" b="textAreaBottom"/>
              <a:pathLst>
                <a:path w="13945" h="31990">
                  <a:moveTo>
                    <a:pt x="13945" y="0"/>
                  </a:moveTo>
                  <a:lnTo>
                    <a:pt x="0" y="31989"/>
                  </a:lnTo>
                </a:path>
              </a:pathLst>
            </a:custGeom>
            <a:solidFill>
              <a:srgbClr val="EDEDE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389;p39"/>
            <p:cNvSpPr/>
            <p:nvPr/>
          </p:nvSpPr>
          <p:spPr>
            <a:xfrm>
              <a:off x="1366200" y="2044800"/>
              <a:ext cx="511560" cy="56484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564840"/>
                <a:gd name="textAreaBottom" fmla="*/ 565200 h 564840"/>
              </a:gdLst>
              <a:ahLst/>
              <a:cxnLst/>
              <a:rect l="textAreaLeft" t="textAreaTop" r="textAreaRight" b="textAreaBottom"/>
              <a:pathLst>
                <a:path w="13377" h="14777">
                  <a:moveTo>
                    <a:pt x="0" y="14777"/>
                  </a:moveTo>
                  <a:lnTo>
                    <a:pt x="13376" y="0"/>
                  </a:lnTo>
                </a:path>
              </a:pathLst>
            </a:custGeom>
            <a:solidFill>
              <a:srgbClr val="EDEDE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390;p39"/>
            <p:cNvSpPr/>
            <p:nvPr/>
          </p:nvSpPr>
          <p:spPr>
            <a:xfrm>
              <a:off x="1908360" y="1700640"/>
              <a:ext cx="540000" cy="323640"/>
            </a:xfrm>
            <a:custGeom>
              <a:avLst/>
              <a:gdLst>
                <a:gd name="textAreaLeft" fmla="*/ 0 w 540000"/>
                <a:gd name="textAreaRight" fmla="*/ 540360 w 54000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4128" h="8465">
                  <a:moveTo>
                    <a:pt x="0" y="8465"/>
                  </a:moveTo>
                  <a:lnTo>
                    <a:pt x="14127" y="1"/>
                  </a:lnTo>
                </a:path>
              </a:pathLst>
            </a:custGeom>
            <a:solidFill>
              <a:srgbClr val="EDEDE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391;p39"/>
            <p:cNvSpPr/>
            <p:nvPr/>
          </p:nvSpPr>
          <p:spPr>
            <a:xfrm>
              <a:off x="2467440" y="1515960"/>
              <a:ext cx="498240" cy="185400"/>
            </a:xfrm>
            <a:custGeom>
              <a:avLst/>
              <a:gdLst>
                <a:gd name="textAreaLeft" fmla="*/ 0 w 498240"/>
                <a:gd name="textAreaRight" fmla="*/ 498600 w 49824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13032" h="4852">
                  <a:moveTo>
                    <a:pt x="13031" y="1"/>
                  </a:moveTo>
                  <a:lnTo>
                    <a:pt x="0" y="4243"/>
                  </a:lnTo>
                  <a:lnTo>
                    <a:pt x="305" y="4852"/>
                  </a:lnTo>
                  <a:lnTo>
                    <a:pt x="12808" y="772"/>
                  </a:lnTo>
                  <a:cubicBezTo>
                    <a:pt x="12910" y="528"/>
                    <a:pt x="12971" y="265"/>
                    <a:pt x="13031" y="1"/>
                  </a:cubicBez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392;p39"/>
            <p:cNvSpPr/>
            <p:nvPr/>
          </p:nvSpPr>
          <p:spPr>
            <a:xfrm>
              <a:off x="241920" y="3948840"/>
              <a:ext cx="551160" cy="1380600"/>
            </a:xfrm>
            <a:custGeom>
              <a:avLst/>
              <a:gdLst>
                <a:gd name="textAreaLeft" fmla="*/ 0 w 551160"/>
                <a:gd name="textAreaRight" fmla="*/ 551520 w 551160"/>
                <a:gd name="textAreaTop" fmla="*/ 0 h 1380600"/>
                <a:gd name="textAreaBottom" fmla="*/ 1380960 h 1380600"/>
              </a:gdLst>
              <a:ahLst/>
              <a:cxnLst/>
              <a:rect l="textAreaLeft" t="textAreaTop" r="textAreaRight" b="textAreaBottom"/>
              <a:pathLst>
                <a:path w="14412" h="36090">
                  <a:moveTo>
                    <a:pt x="11428" y="0"/>
                  </a:moveTo>
                  <a:lnTo>
                    <a:pt x="0" y="33735"/>
                  </a:lnTo>
                  <a:lnTo>
                    <a:pt x="6394" y="36089"/>
                  </a:lnTo>
                  <a:lnTo>
                    <a:pt x="14412" y="2375"/>
                  </a:lnTo>
                  <a:lnTo>
                    <a:pt x="11428" y="0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393;p39"/>
            <p:cNvSpPr/>
            <p:nvPr/>
          </p:nvSpPr>
          <p:spPr>
            <a:xfrm>
              <a:off x="2237760" y="3016800"/>
              <a:ext cx="474840" cy="496800"/>
            </a:xfrm>
            <a:custGeom>
              <a:avLst/>
              <a:gdLst>
                <a:gd name="textAreaLeft" fmla="*/ 0 w 474840"/>
                <a:gd name="textAreaRight" fmla="*/ 475200 w 474840"/>
                <a:gd name="textAreaTop" fmla="*/ 0 h 496800"/>
                <a:gd name="textAreaBottom" fmla="*/ 497160 h 496800"/>
              </a:gdLst>
              <a:ahLst/>
              <a:cxnLst/>
              <a:rect l="textAreaLeft" t="textAreaTop" r="textAreaRight" b="textAreaBottom"/>
              <a:pathLst>
                <a:path w="12423" h="12992">
                  <a:moveTo>
                    <a:pt x="11286" y="1"/>
                  </a:moveTo>
                  <a:lnTo>
                    <a:pt x="0" y="12991"/>
                  </a:lnTo>
                  <a:cubicBezTo>
                    <a:pt x="3025" y="11286"/>
                    <a:pt x="12422" y="2457"/>
                    <a:pt x="12422" y="2457"/>
                  </a:cubicBezTo>
                  <a:lnTo>
                    <a:pt x="1128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394;p39"/>
            <p:cNvSpPr/>
            <p:nvPr/>
          </p:nvSpPr>
          <p:spPr>
            <a:xfrm>
              <a:off x="2114280" y="2987640"/>
              <a:ext cx="434520" cy="26028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260280"/>
                <a:gd name="textAreaBottom" fmla="*/ 260640 h 260280"/>
              </a:gdLst>
              <a:ahLst/>
              <a:cxnLst/>
              <a:rect l="textAreaLeft" t="textAreaTop" r="textAreaRight" b="textAreaBottom"/>
              <a:pathLst>
                <a:path w="11368" h="6808">
                  <a:moveTo>
                    <a:pt x="11368" y="1"/>
                  </a:moveTo>
                  <a:lnTo>
                    <a:pt x="1" y="5176"/>
                  </a:lnTo>
                  <a:cubicBezTo>
                    <a:pt x="298" y="6128"/>
                    <a:pt x="835" y="6807"/>
                    <a:pt x="1437" y="6807"/>
                  </a:cubicBezTo>
                  <a:cubicBezTo>
                    <a:pt x="1656" y="6807"/>
                    <a:pt x="1884" y="6717"/>
                    <a:pt x="2112" y="6516"/>
                  </a:cubicBezTo>
                  <a:cubicBezTo>
                    <a:pt x="3512" y="5319"/>
                    <a:pt x="9724" y="934"/>
                    <a:pt x="1136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395;p39"/>
            <p:cNvSpPr/>
            <p:nvPr/>
          </p:nvSpPr>
          <p:spPr>
            <a:xfrm>
              <a:off x="2497680" y="2568240"/>
              <a:ext cx="139320" cy="31032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3655" h="8120">
                  <a:moveTo>
                    <a:pt x="1" y="1"/>
                  </a:moveTo>
                  <a:lnTo>
                    <a:pt x="1625" y="1747"/>
                  </a:lnTo>
                  <a:lnTo>
                    <a:pt x="2741" y="5684"/>
                  </a:lnTo>
                  <a:lnTo>
                    <a:pt x="1726" y="8120"/>
                  </a:lnTo>
                  <a:lnTo>
                    <a:pt x="3655" y="6395"/>
                  </a:lnTo>
                  <a:lnTo>
                    <a:pt x="2416" y="14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396;p39"/>
            <p:cNvSpPr/>
            <p:nvPr/>
          </p:nvSpPr>
          <p:spPr>
            <a:xfrm>
              <a:off x="1962000" y="1738080"/>
              <a:ext cx="506880" cy="368640"/>
            </a:xfrm>
            <a:custGeom>
              <a:avLst/>
              <a:gdLst>
                <a:gd name="textAreaLeft" fmla="*/ 0 w 506880"/>
                <a:gd name="textAreaRight" fmla="*/ 507240 w 506880"/>
                <a:gd name="textAreaTop" fmla="*/ 0 h 368640"/>
                <a:gd name="textAreaBottom" fmla="*/ 369000 h 368640"/>
              </a:gdLst>
              <a:ahLst/>
              <a:cxnLst/>
              <a:rect l="textAreaLeft" t="textAreaTop" r="textAreaRight" b="textAreaBottom"/>
              <a:pathLst>
                <a:path w="13255" h="9643">
                  <a:moveTo>
                    <a:pt x="13255" y="1"/>
                  </a:moveTo>
                  <a:lnTo>
                    <a:pt x="1" y="9236"/>
                  </a:lnTo>
                  <a:lnTo>
                    <a:pt x="2375" y="9642"/>
                  </a:lnTo>
                  <a:lnTo>
                    <a:pt x="12971" y="2477"/>
                  </a:lnTo>
                  <a:lnTo>
                    <a:pt x="13255" y="1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397;p39"/>
            <p:cNvSpPr/>
            <p:nvPr/>
          </p:nvSpPr>
          <p:spPr>
            <a:xfrm>
              <a:off x="1453320" y="2110680"/>
              <a:ext cx="476640" cy="582120"/>
            </a:xfrm>
            <a:custGeom>
              <a:avLst/>
              <a:gdLst>
                <a:gd name="textAreaLeft" fmla="*/ 0 w 476640"/>
                <a:gd name="textAreaRight" fmla="*/ 477000 w 47664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12464" h="15224">
                  <a:moveTo>
                    <a:pt x="12463" y="1"/>
                  </a:moveTo>
                  <a:lnTo>
                    <a:pt x="1" y="15224"/>
                  </a:lnTo>
                  <a:lnTo>
                    <a:pt x="1300" y="15224"/>
                  </a:lnTo>
                  <a:lnTo>
                    <a:pt x="12463" y="2700"/>
                  </a:lnTo>
                  <a:lnTo>
                    <a:pt x="12463" y="1"/>
                  </a:ln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398;p39"/>
            <p:cNvSpPr/>
            <p:nvPr/>
          </p:nvSpPr>
          <p:spPr>
            <a:xfrm>
              <a:off x="2494800" y="1577880"/>
              <a:ext cx="449280" cy="207000"/>
            </a:xfrm>
            <a:custGeom>
              <a:avLst/>
              <a:gdLst>
                <a:gd name="textAreaLeft" fmla="*/ 0 w 449280"/>
                <a:gd name="textAreaRight" fmla="*/ 449640 w 44928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11754" h="5420">
                  <a:moveTo>
                    <a:pt x="11753" y="0"/>
                  </a:moveTo>
                  <a:lnTo>
                    <a:pt x="11753" y="0"/>
                  </a:lnTo>
                  <a:cubicBezTo>
                    <a:pt x="11733" y="0"/>
                    <a:pt x="9784" y="995"/>
                    <a:pt x="7206" y="1929"/>
                  </a:cubicBezTo>
                  <a:cubicBezTo>
                    <a:pt x="4629" y="2842"/>
                    <a:pt x="1" y="4060"/>
                    <a:pt x="1" y="4060"/>
                  </a:cubicBezTo>
                  <a:lnTo>
                    <a:pt x="1706" y="5420"/>
                  </a:lnTo>
                  <a:lnTo>
                    <a:pt x="7836" y="3370"/>
                  </a:lnTo>
                  <a:cubicBezTo>
                    <a:pt x="9561" y="2802"/>
                    <a:pt x="10941" y="1563"/>
                    <a:pt x="11753" y="0"/>
                  </a:cubicBez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399;p39"/>
            <p:cNvSpPr/>
            <p:nvPr/>
          </p:nvSpPr>
          <p:spPr>
            <a:xfrm>
              <a:off x="2431080" y="3092400"/>
              <a:ext cx="281520" cy="27144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71440"/>
                <a:gd name="textAreaBottom" fmla="*/ 271800 h 271440"/>
              </a:gdLst>
              <a:ahLst/>
              <a:cxnLst/>
              <a:rect l="textAreaLeft" t="textAreaTop" r="textAreaRight" b="textAreaBottom"/>
              <a:pathLst>
                <a:path w="7369" h="7105">
                  <a:moveTo>
                    <a:pt x="7145" y="1"/>
                  </a:moveTo>
                  <a:lnTo>
                    <a:pt x="0" y="7105"/>
                  </a:lnTo>
                  <a:cubicBezTo>
                    <a:pt x="3552" y="4060"/>
                    <a:pt x="7368" y="488"/>
                    <a:pt x="7368" y="488"/>
                  </a:cubicBezTo>
                  <a:lnTo>
                    <a:pt x="714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400;p39"/>
            <p:cNvSpPr/>
            <p:nvPr/>
          </p:nvSpPr>
          <p:spPr>
            <a:xfrm>
              <a:off x="2739240" y="2964960"/>
              <a:ext cx="30600" cy="10620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106200"/>
                <a:gd name="textAreaBottom" fmla="*/ 106560 h 106200"/>
              </a:gdLst>
              <a:ahLst/>
              <a:cxnLst/>
              <a:rect l="textAreaLeft" t="textAreaTop" r="textAreaRight" b="textAreaBottom"/>
              <a:pathLst>
                <a:path w="813" h="2782">
                  <a:moveTo>
                    <a:pt x="264" y="1"/>
                  </a:moveTo>
                  <a:lnTo>
                    <a:pt x="1" y="143"/>
                  </a:lnTo>
                  <a:cubicBezTo>
                    <a:pt x="346" y="590"/>
                    <a:pt x="569" y="1158"/>
                    <a:pt x="569" y="1767"/>
                  </a:cubicBezTo>
                  <a:cubicBezTo>
                    <a:pt x="569" y="2132"/>
                    <a:pt x="488" y="2477"/>
                    <a:pt x="366" y="2782"/>
                  </a:cubicBezTo>
                  <a:cubicBezTo>
                    <a:pt x="650" y="2416"/>
                    <a:pt x="812" y="1950"/>
                    <a:pt x="812" y="1442"/>
                  </a:cubicBezTo>
                  <a:cubicBezTo>
                    <a:pt x="812" y="894"/>
                    <a:pt x="609" y="387"/>
                    <a:pt x="26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401;p39"/>
            <p:cNvSpPr/>
            <p:nvPr/>
          </p:nvSpPr>
          <p:spPr>
            <a:xfrm>
              <a:off x="2482200" y="1417680"/>
              <a:ext cx="478800" cy="8028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12524" h="2103">
                  <a:moveTo>
                    <a:pt x="11066" y="1"/>
                  </a:moveTo>
                  <a:cubicBezTo>
                    <a:pt x="10958" y="1"/>
                    <a:pt x="10848" y="11"/>
                    <a:pt x="10737" y="32"/>
                  </a:cubicBezTo>
                  <a:lnTo>
                    <a:pt x="0" y="2103"/>
                  </a:lnTo>
                  <a:lnTo>
                    <a:pt x="0" y="2103"/>
                  </a:lnTo>
                  <a:lnTo>
                    <a:pt x="12524" y="824"/>
                  </a:lnTo>
                  <a:cubicBezTo>
                    <a:pt x="12214" y="325"/>
                    <a:pt x="11670" y="1"/>
                    <a:pt x="110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402;p39"/>
            <p:cNvSpPr/>
            <p:nvPr/>
          </p:nvSpPr>
          <p:spPr>
            <a:xfrm>
              <a:off x="1809000" y="1558440"/>
              <a:ext cx="573480" cy="34308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343080"/>
                <a:gd name="textAreaBottom" fmla="*/ 343440 h 343080"/>
              </a:gdLst>
              <a:ahLst/>
              <a:cxnLst/>
              <a:rect l="textAreaLeft" t="textAreaTop" r="textAreaRight" b="textAreaBottom"/>
              <a:pathLst>
                <a:path w="15001" h="8972">
                  <a:moveTo>
                    <a:pt x="12971" y="0"/>
                  </a:moveTo>
                  <a:lnTo>
                    <a:pt x="630" y="6658"/>
                  </a:lnTo>
                  <a:lnTo>
                    <a:pt x="1" y="8972"/>
                  </a:lnTo>
                  <a:lnTo>
                    <a:pt x="996" y="7165"/>
                  </a:lnTo>
                  <a:lnTo>
                    <a:pt x="12586" y="1116"/>
                  </a:lnTo>
                  <a:lnTo>
                    <a:pt x="15001" y="568"/>
                  </a:lnTo>
                  <a:lnTo>
                    <a:pt x="1297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403;p39"/>
            <p:cNvSpPr/>
            <p:nvPr/>
          </p:nvSpPr>
          <p:spPr>
            <a:xfrm>
              <a:off x="1215720" y="1918080"/>
              <a:ext cx="565200" cy="574560"/>
            </a:xfrm>
            <a:custGeom>
              <a:avLst/>
              <a:gdLst>
                <a:gd name="textAreaLeft" fmla="*/ 0 w 565200"/>
                <a:gd name="textAreaRight" fmla="*/ 565560 w 565200"/>
                <a:gd name="textAreaTop" fmla="*/ 0 h 574560"/>
                <a:gd name="textAreaBottom" fmla="*/ 574920 h 574560"/>
              </a:gdLst>
              <a:ahLst/>
              <a:cxnLst/>
              <a:rect l="textAreaLeft" t="textAreaTop" r="textAreaRight" b="textAreaBottom"/>
              <a:pathLst>
                <a:path w="14778" h="15022">
                  <a:moveTo>
                    <a:pt x="14777" y="1"/>
                  </a:moveTo>
                  <a:lnTo>
                    <a:pt x="12220" y="224"/>
                  </a:lnTo>
                  <a:lnTo>
                    <a:pt x="1" y="10454"/>
                  </a:lnTo>
                  <a:lnTo>
                    <a:pt x="731" y="15021"/>
                  </a:lnTo>
                  <a:lnTo>
                    <a:pt x="1198" y="10901"/>
                  </a:lnTo>
                  <a:lnTo>
                    <a:pt x="12382" y="1198"/>
                  </a:lnTo>
                  <a:lnTo>
                    <a:pt x="1477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404;p39"/>
            <p:cNvSpPr/>
            <p:nvPr/>
          </p:nvSpPr>
          <p:spPr>
            <a:xfrm>
              <a:off x="727200" y="2481120"/>
              <a:ext cx="478800" cy="40428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12525" h="10572">
                  <a:moveTo>
                    <a:pt x="8238" y="0"/>
                  </a:moveTo>
                  <a:cubicBezTo>
                    <a:pt x="8024" y="0"/>
                    <a:pt x="7832" y="24"/>
                    <a:pt x="7673" y="78"/>
                  </a:cubicBezTo>
                  <a:cubicBezTo>
                    <a:pt x="6130" y="606"/>
                    <a:pt x="4385" y="1275"/>
                    <a:pt x="3979" y="1742"/>
                  </a:cubicBezTo>
                  <a:cubicBezTo>
                    <a:pt x="3207" y="2574"/>
                    <a:pt x="3045" y="4949"/>
                    <a:pt x="1726" y="6634"/>
                  </a:cubicBezTo>
                  <a:cubicBezTo>
                    <a:pt x="1482" y="6959"/>
                    <a:pt x="853" y="7730"/>
                    <a:pt x="0" y="8785"/>
                  </a:cubicBezTo>
                  <a:lnTo>
                    <a:pt x="528" y="10572"/>
                  </a:lnTo>
                  <a:lnTo>
                    <a:pt x="1401" y="8664"/>
                  </a:lnTo>
                  <a:cubicBezTo>
                    <a:pt x="1401" y="8664"/>
                    <a:pt x="4080" y="6269"/>
                    <a:pt x="4364" y="4726"/>
                  </a:cubicBezTo>
                  <a:cubicBezTo>
                    <a:pt x="4649" y="3183"/>
                    <a:pt x="5095" y="2716"/>
                    <a:pt x="6902" y="1539"/>
                  </a:cubicBezTo>
                  <a:cubicBezTo>
                    <a:pt x="7619" y="1072"/>
                    <a:pt x="8654" y="931"/>
                    <a:pt x="9641" y="931"/>
                  </a:cubicBezTo>
                  <a:cubicBezTo>
                    <a:pt x="11138" y="931"/>
                    <a:pt x="12524" y="1255"/>
                    <a:pt x="12524" y="1255"/>
                  </a:cubicBezTo>
                  <a:cubicBezTo>
                    <a:pt x="12524" y="1255"/>
                    <a:pt x="9794" y="0"/>
                    <a:pt x="823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405;p39"/>
            <p:cNvSpPr/>
            <p:nvPr/>
          </p:nvSpPr>
          <p:spPr>
            <a:xfrm>
              <a:off x="368280" y="2801880"/>
              <a:ext cx="378720" cy="452520"/>
            </a:xfrm>
            <a:custGeom>
              <a:avLst/>
              <a:gdLst>
                <a:gd name="textAreaLeft" fmla="*/ 0 w 378720"/>
                <a:gd name="textAreaRight" fmla="*/ 379080 w 378720"/>
                <a:gd name="textAreaTop" fmla="*/ 0 h 452520"/>
                <a:gd name="textAreaBottom" fmla="*/ 452880 h 452520"/>
              </a:gdLst>
              <a:ahLst/>
              <a:cxnLst/>
              <a:rect l="textAreaLeft" t="textAreaTop" r="textAreaRight" b="textAreaBottom"/>
              <a:pathLst>
                <a:path w="9907" h="11834">
                  <a:moveTo>
                    <a:pt x="9703" y="0"/>
                  </a:moveTo>
                  <a:cubicBezTo>
                    <a:pt x="9520" y="203"/>
                    <a:pt x="9338" y="447"/>
                    <a:pt x="9135" y="691"/>
                  </a:cubicBezTo>
                  <a:cubicBezTo>
                    <a:pt x="9196" y="1117"/>
                    <a:pt x="9236" y="1563"/>
                    <a:pt x="9236" y="2010"/>
                  </a:cubicBezTo>
                  <a:cubicBezTo>
                    <a:pt x="9236" y="6902"/>
                    <a:pt x="5380" y="10900"/>
                    <a:pt x="569" y="11144"/>
                  </a:cubicBezTo>
                  <a:cubicBezTo>
                    <a:pt x="366" y="11387"/>
                    <a:pt x="184" y="11611"/>
                    <a:pt x="1" y="11834"/>
                  </a:cubicBezTo>
                  <a:lnTo>
                    <a:pt x="82" y="11834"/>
                  </a:lnTo>
                  <a:cubicBezTo>
                    <a:pt x="5502" y="11834"/>
                    <a:pt x="9906" y="7429"/>
                    <a:pt x="9906" y="2010"/>
                  </a:cubicBezTo>
                  <a:cubicBezTo>
                    <a:pt x="9906" y="1320"/>
                    <a:pt x="9845" y="650"/>
                    <a:pt x="9703" y="0"/>
                  </a:cubicBezTo>
                  <a:close/>
                </a:path>
              </a:pathLst>
            </a:custGeom>
            <a:solidFill>
              <a:srgbClr val="C1C1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406;p39"/>
            <p:cNvSpPr/>
            <p:nvPr/>
          </p:nvSpPr>
          <p:spPr>
            <a:xfrm>
              <a:off x="641880" y="4009320"/>
              <a:ext cx="151200" cy="668160"/>
            </a:xfrm>
            <a:custGeom>
              <a:avLst/>
              <a:gdLst>
                <a:gd name="textAreaLeft" fmla="*/ 0 w 151200"/>
                <a:gd name="textAreaRight" fmla="*/ 151560 w 151200"/>
                <a:gd name="textAreaTop" fmla="*/ 0 h 668160"/>
                <a:gd name="textAreaBottom" fmla="*/ 668520 h 668160"/>
              </a:gdLst>
              <a:ahLst/>
              <a:cxnLst/>
              <a:rect l="textAreaLeft" t="textAreaTop" r="textAreaRight" b="textAreaBottom"/>
              <a:pathLst>
                <a:path w="3959" h="17477">
                  <a:moveTo>
                    <a:pt x="2984" y="0"/>
                  </a:moveTo>
                  <a:lnTo>
                    <a:pt x="1" y="17476"/>
                  </a:lnTo>
                  <a:lnTo>
                    <a:pt x="3959" y="792"/>
                  </a:lnTo>
                  <a:lnTo>
                    <a:pt x="298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407;p39"/>
            <p:cNvSpPr/>
            <p:nvPr/>
          </p:nvSpPr>
          <p:spPr>
            <a:xfrm>
              <a:off x="776880" y="3972960"/>
              <a:ext cx="90720" cy="5400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2376" h="1422">
                  <a:moveTo>
                    <a:pt x="975" y="0"/>
                  </a:moveTo>
                  <a:lnTo>
                    <a:pt x="0" y="609"/>
                  </a:lnTo>
                  <a:lnTo>
                    <a:pt x="975" y="1421"/>
                  </a:lnTo>
                  <a:lnTo>
                    <a:pt x="2375" y="954"/>
                  </a:lnTo>
                  <a:lnTo>
                    <a:pt x="97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408;p39"/>
            <p:cNvSpPr/>
            <p:nvPr/>
          </p:nvSpPr>
          <p:spPr>
            <a:xfrm>
              <a:off x="957960" y="2305800"/>
              <a:ext cx="200880" cy="15588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55880"/>
                <a:gd name="textAreaBottom" fmla="*/ 156240 h 155880"/>
              </a:gdLst>
              <a:ahLst/>
              <a:cxnLst/>
              <a:rect l="textAreaLeft" t="textAreaTop" r="textAreaRight" b="textAreaBottom"/>
              <a:pathLst>
                <a:path w="5258" h="4081">
                  <a:moveTo>
                    <a:pt x="4974" y="0"/>
                  </a:moveTo>
                  <a:cubicBezTo>
                    <a:pt x="2497" y="0"/>
                    <a:pt x="468" y="1746"/>
                    <a:pt x="1" y="4080"/>
                  </a:cubicBezTo>
                  <a:cubicBezTo>
                    <a:pt x="853" y="2192"/>
                    <a:pt x="2761" y="873"/>
                    <a:pt x="4974" y="873"/>
                  </a:cubicBezTo>
                  <a:lnTo>
                    <a:pt x="5055" y="873"/>
                  </a:lnTo>
                  <a:lnTo>
                    <a:pt x="5258" y="21"/>
                  </a:lnTo>
                  <a:cubicBezTo>
                    <a:pt x="5156" y="0"/>
                    <a:pt x="5075" y="0"/>
                    <a:pt x="497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409;p39"/>
            <p:cNvSpPr/>
            <p:nvPr/>
          </p:nvSpPr>
          <p:spPr>
            <a:xfrm>
              <a:off x="241920" y="3272400"/>
              <a:ext cx="149400" cy="287640"/>
            </a:xfrm>
            <a:custGeom>
              <a:avLst/>
              <a:gdLst>
                <a:gd name="textAreaLeft" fmla="*/ 0 w 149400"/>
                <a:gd name="textAreaRight" fmla="*/ 149760 w 149400"/>
                <a:gd name="textAreaTop" fmla="*/ 0 h 287640"/>
                <a:gd name="textAreaBottom" fmla="*/ 288000 h 287640"/>
              </a:gdLst>
              <a:ahLst/>
              <a:cxnLst/>
              <a:rect l="textAreaLeft" t="textAreaTop" r="textAreaRight" b="textAreaBottom"/>
              <a:pathLst>
                <a:path w="3918" h="7532">
                  <a:moveTo>
                    <a:pt x="2923" y="1"/>
                  </a:moveTo>
                  <a:lnTo>
                    <a:pt x="0" y="3553"/>
                  </a:lnTo>
                  <a:lnTo>
                    <a:pt x="427" y="7531"/>
                  </a:lnTo>
                  <a:lnTo>
                    <a:pt x="873" y="3979"/>
                  </a:lnTo>
                  <a:lnTo>
                    <a:pt x="391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410;p39"/>
            <p:cNvSpPr/>
            <p:nvPr/>
          </p:nvSpPr>
          <p:spPr>
            <a:xfrm>
              <a:off x="-717120" y="3543480"/>
              <a:ext cx="958680" cy="1345680"/>
            </a:xfrm>
            <a:custGeom>
              <a:avLst/>
              <a:gdLst>
                <a:gd name="textAreaLeft" fmla="*/ 0 w 958680"/>
                <a:gd name="textAreaRight" fmla="*/ 959040 w 958680"/>
                <a:gd name="textAreaTop" fmla="*/ 0 h 1345680"/>
                <a:gd name="textAreaBottom" fmla="*/ 1346040 h 1345680"/>
              </a:gdLst>
              <a:ahLst/>
              <a:cxnLst/>
              <a:rect l="textAreaLeft" t="textAreaTop" r="textAreaRight" b="textAreaBottom"/>
              <a:pathLst>
                <a:path w="25069" h="35177">
                  <a:moveTo>
                    <a:pt x="23242" y="1"/>
                  </a:moveTo>
                  <a:lnTo>
                    <a:pt x="1" y="35176"/>
                  </a:lnTo>
                  <a:lnTo>
                    <a:pt x="25068" y="1462"/>
                  </a:lnTo>
                  <a:lnTo>
                    <a:pt x="2324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411;p39"/>
            <p:cNvSpPr/>
            <p:nvPr/>
          </p:nvSpPr>
          <p:spPr>
            <a:xfrm>
              <a:off x="1970640" y="2596320"/>
              <a:ext cx="489600" cy="216000"/>
            </a:xfrm>
            <a:custGeom>
              <a:avLst/>
              <a:gdLst>
                <a:gd name="textAreaLeft" fmla="*/ 0 w 489600"/>
                <a:gd name="textAreaRight" fmla="*/ 489960 w 489600"/>
                <a:gd name="textAreaTop" fmla="*/ 0 h 216000"/>
                <a:gd name="textAreaBottom" fmla="*/ 216360 h 216000"/>
              </a:gdLst>
              <a:ahLst/>
              <a:cxnLst/>
              <a:rect l="textAreaLeft" t="textAreaTop" r="textAreaRight" b="textAreaBottom"/>
              <a:pathLst>
                <a:path w="12809" h="5657">
                  <a:moveTo>
                    <a:pt x="10957" y="1"/>
                  </a:moveTo>
                  <a:cubicBezTo>
                    <a:pt x="7302" y="1"/>
                    <a:pt x="1" y="4175"/>
                    <a:pt x="1" y="4175"/>
                  </a:cubicBezTo>
                  <a:lnTo>
                    <a:pt x="1" y="5657"/>
                  </a:lnTo>
                  <a:cubicBezTo>
                    <a:pt x="1" y="5657"/>
                    <a:pt x="407" y="4621"/>
                    <a:pt x="549" y="4439"/>
                  </a:cubicBezTo>
                  <a:cubicBezTo>
                    <a:pt x="691" y="4256"/>
                    <a:pt x="4629" y="2754"/>
                    <a:pt x="7673" y="1414"/>
                  </a:cubicBezTo>
                  <a:cubicBezTo>
                    <a:pt x="9231" y="719"/>
                    <a:pt x="10538" y="549"/>
                    <a:pt x="11444" y="549"/>
                  </a:cubicBezTo>
                  <a:cubicBezTo>
                    <a:pt x="12310" y="549"/>
                    <a:pt x="12809" y="704"/>
                    <a:pt x="12809" y="704"/>
                  </a:cubicBezTo>
                  <a:cubicBezTo>
                    <a:pt x="12667" y="562"/>
                    <a:pt x="12525" y="460"/>
                    <a:pt x="12362" y="339"/>
                  </a:cubicBezTo>
                  <a:cubicBezTo>
                    <a:pt x="12011" y="103"/>
                    <a:pt x="11528" y="1"/>
                    <a:pt x="1095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412;p39"/>
            <p:cNvSpPr/>
            <p:nvPr/>
          </p:nvSpPr>
          <p:spPr>
            <a:xfrm>
              <a:off x="1148040" y="2812680"/>
              <a:ext cx="790200" cy="384840"/>
            </a:xfrm>
            <a:custGeom>
              <a:avLst/>
              <a:gdLst>
                <a:gd name="textAreaLeft" fmla="*/ 0 w 790200"/>
                <a:gd name="textAreaRight" fmla="*/ 790560 w 790200"/>
                <a:gd name="textAreaTop" fmla="*/ 0 h 384840"/>
                <a:gd name="textAreaBottom" fmla="*/ 385200 h 384840"/>
              </a:gdLst>
              <a:ahLst/>
              <a:cxnLst/>
              <a:rect l="textAreaLeft" t="textAreaTop" r="textAreaRight" b="textAreaBottom"/>
              <a:pathLst>
                <a:path w="20664" h="10069">
                  <a:moveTo>
                    <a:pt x="19202" y="1"/>
                  </a:moveTo>
                  <a:lnTo>
                    <a:pt x="1" y="10068"/>
                  </a:lnTo>
                  <a:cubicBezTo>
                    <a:pt x="6" y="10068"/>
                    <a:pt x="11" y="10069"/>
                    <a:pt x="17" y="10069"/>
                  </a:cubicBezTo>
                  <a:cubicBezTo>
                    <a:pt x="1774" y="10069"/>
                    <a:pt x="19080" y="447"/>
                    <a:pt x="19080" y="447"/>
                  </a:cubicBezTo>
                  <a:lnTo>
                    <a:pt x="20664" y="447"/>
                  </a:lnTo>
                  <a:lnTo>
                    <a:pt x="2044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413;p39"/>
            <p:cNvSpPr/>
            <p:nvPr/>
          </p:nvSpPr>
          <p:spPr>
            <a:xfrm>
              <a:off x="2033280" y="1800720"/>
              <a:ext cx="428400" cy="305640"/>
            </a:xfrm>
            <a:custGeom>
              <a:avLst/>
              <a:gdLst>
                <a:gd name="textAreaLeft" fmla="*/ 0 w 428400"/>
                <a:gd name="textAreaRight" fmla="*/ 428760 w 428400"/>
                <a:gd name="textAreaTop" fmla="*/ 0 h 305640"/>
                <a:gd name="textAreaBottom" fmla="*/ 306000 h 305640"/>
              </a:gdLst>
              <a:ahLst/>
              <a:cxnLst/>
              <a:rect l="textAreaLeft" t="textAreaTop" r="textAreaRight" b="textAreaBottom"/>
              <a:pathLst>
                <a:path w="11206" h="7999">
                  <a:moveTo>
                    <a:pt x="11205" y="1"/>
                  </a:moveTo>
                  <a:lnTo>
                    <a:pt x="11205" y="1"/>
                  </a:lnTo>
                  <a:cubicBezTo>
                    <a:pt x="11144" y="21"/>
                    <a:pt x="11104" y="21"/>
                    <a:pt x="11104" y="21"/>
                  </a:cubicBezTo>
                  <a:lnTo>
                    <a:pt x="1" y="7917"/>
                  </a:lnTo>
                  <a:lnTo>
                    <a:pt x="508" y="7998"/>
                  </a:lnTo>
                  <a:lnTo>
                    <a:pt x="11104" y="833"/>
                  </a:lnTo>
                  <a:lnTo>
                    <a:pt x="1120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414;p39"/>
            <p:cNvSpPr/>
            <p:nvPr/>
          </p:nvSpPr>
          <p:spPr>
            <a:xfrm>
              <a:off x="1481400" y="2172240"/>
              <a:ext cx="448560" cy="520920"/>
            </a:xfrm>
            <a:custGeom>
              <a:avLst/>
              <a:gdLst>
                <a:gd name="textAreaLeft" fmla="*/ 0 w 448560"/>
                <a:gd name="textAreaRight" fmla="*/ 448920 w 448560"/>
                <a:gd name="textAreaTop" fmla="*/ 0 h 520920"/>
                <a:gd name="textAreaBottom" fmla="*/ 521280 h 520920"/>
              </a:gdLst>
              <a:ahLst/>
              <a:cxnLst/>
              <a:rect l="textAreaLeft" t="textAreaTop" r="textAreaRight" b="textAreaBottom"/>
              <a:pathLst>
                <a:path w="11733" h="13620">
                  <a:moveTo>
                    <a:pt x="11712" y="0"/>
                  </a:moveTo>
                  <a:lnTo>
                    <a:pt x="0" y="13620"/>
                  </a:lnTo>
                  <a:lnTo>
                    <a:pt x="569" y="13620"/>
                  </a:lnTo>
                  <a:lnTo>
                    <a:pt x="11732" y="1096"/>
                  </a:lnTo>
                  <a:lnTo>
                    <a:pt x="117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415;p39"/>
            <p:cNvSpPr/>
            <p:nvPr/>
          </p:nvSpPr>
          <p:spPr>
            <a:xfrm>
              <a:off x="2546640" y="1621440"/>
              <a:ext cx="369360" cy="163440"/>
            </a:xfrm>
            <a:custGeom>
              <a:avLst/>
              <a:gdLst>
                <a:gd name="textAreaLeft" fmla="*/ 0 w 369360"/>
                <a:gd name="textAreaRight" fmla="*/ 369720 w 369360"/>
                <a:gd name="textAreaTop" fmla="*/ 0 h 163440"/>
                <a:gd name="textAreaBottom" fmla="*/ 163800 h 163440"/>
              </a:gdLst>
              <a:ahLst/>
              <a:cxnLst/>
              <a:rect l="textAreaLeft" t="textAreaTop" r="textAreaRight" b="textAreaBottom"/>
              <a:pathLst>
                <a:path w="9663" h="4283">
                  <a:moveTo>
                    <a:pt x="9662" y="0"/>
                  </a:moveTo>
                  <a:lnTo>
                    <a:pt x="9662" y="0"/>
                  </a:lnTo>
                  <a:cubicBezTo>
                    <a:pt x="9622" y="20"/>
                    <a:pt x="8445" y="792"/>
                    <a:pt x="6354" y="1746"/>
                  </a:cubicBezTo>
                  <a:cubicBezTo>
                    <a:pt x="5055" y="2355"/>
                    <a:pt x="2091" y="3329"/>
                    <a:pt x="1" y="3999"/>
                  </a:cubicBezTo>
                  <a:lnTo>
                    <a:pt x="346" y="4283"/>
                  </a:lnTo>
                  <a:lnTo>
                    <a:pt x="6476" y="2233"/>
                  </a:lnTo>
                  <a:cubicBezTo>
                    <a:pt x="7754" y="1807"/>
                    <a:pt x="8850" y="1015"/>
                    <a:pt x="966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720" bIns="81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416;p39"/>
            <p:cNvSpPr/>
            <p:nvPr/>
          </p:nvSpPr>
          <p:spPr>
            <a:xfrm>
              <a:off x="1689480" y="1808640"/>
              <a:ext cx="127800" cy="8820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3350" h="2315">
                  <a:moveTo>
                    <a:pt x="2476" y="1"/>
                  </a:moveTo>
                  <a:cubicBezTo>
                    <a:pt x="1157" y="1"/>
                    <a:pt x="81" y="1016"/>
                    <a:pt x="0" y="2315"/>
                  </a:cubicBezTo>
                  <a:cubicBezTo>
                    <a:pt x="284" y="1259"/>
                    <a:pt x="1259" y="488"/>
                    <a:pt x="2395" y="488"/>
                  </a:cubicBezTo>
                  <a:cubicBezTo>
                    <a:pt x="2659" y="488"/>
                    <a:pt x="2923" y="549"/>
                    <a:pt x="3167" y="630"/>
                  </a:cubicBezTo>
                  <a:lnTo>
                    <a:pt x="3349" y="163"/>
                  </a:lnTo>
                  <a:cubicBezTo>
                    <a:pt x="3065" y="62"/>
                    <a:pt x="2781" y="1"/>
                    <a:pt x="247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417;p39"/>
            <p:cNvSpPr/>
            <p:nvPr/>
          </p:nvSpPr>
          <p:spPr>
            <a:xfrm>
              <a:off x="2337120" y="1483200"/>
              <a:ext cx="127800" cy="3780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350" h="995">
                  <a:moveTo>
                    <a:pt x="1990" y="0"/>
                  </a:moveTo>
                  <a:cubicBezTo>
                    <a:pt x="1178" y="0"/>
                    <a:pt x="467" y="386"/>
                    <a:pt x="0" y="995"/>
                  </a:cubicBezTo>
                  <a:cubicBezTo>
                    <a:pt x="427" y="670"/>
                    <a:pt x="954" y="487"/>
                    <a:pt x="1543" y="487"/>
                  </a:cubicBezTo>
                  <a:cubicBezTo>
                    <a:pt x="2010" y="487"/>
                    <a:pt x="2456" y="609"/>
                    <a:pt x="2842" y="832"/>
                  </a:cubicBezTo>
                  <a:cubicBezTo>
                    <a:pt x="2984" y="711"/>
                    <a:pt x="3167" y="569"/>
                    <a:pt x="3349" y="406"/>
                  </a:cubicBezTo>
                  <a:cubicBezTo>
                    <a:pt x="2964" y="163"/>
                    <a:pt x="2497" y="0"/>
                    <a:pt x="199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418;p39"/>
            <p:cNvSpPr/>
            <p:nvPr/>
          </p:nvSpPr>
          <p:spPr>
            <a:xfrm>
              <a:off x="2128320" y="2750760"/>
              <a:ext cx="363240" cy="341280"/>
            </a:xfrm>
            <a:custGeom>
              <a:avLst/>
              <a:gdLst>
                <a:gd name="textAreaLeft" fmla="*/ 0 w 363240"/>
                <a:gd name="textAreaRight" fmla="*/ 363600 w 363240"/>
                <a:gd name="textAreaTop" fmla="*/ 0 h 341280"/>
                <a:gd name="textAreaBottom" fmla="*/ 341640 h 341280"/>
              </a:gdLst>
              <a:ahLst/>
              <a:cxnLst/>
              <a:rect l="textAreaLeft" t="textAreaTop" r="textAreaRight" b="textAreaBottom"/>
              <a:pathLst>
                <a:path w="9500" h="8932">
                  <a:moveTo>
                    <a:pt x="9500" y="1"/>
                  </a:moveTo>
                  <a:cubicBezTo>
                    <a:pt x="9500" y="1"/>
                    <a:pt x="7957" y="2558"/>
                    <a:pt x="6090" y="4081"/>
                  </a:cubicBezTo>
                  <a:cubicBezTo>
                    <a:pt x="4243" y="5603"/>
                    <a:pt x="0" y="8627"/>
                    <a:pt x="0" y="8627"/>
                  </a:cubicBezTo>
                  <a:lnTo>
                    <a:pt x="508" y="8932"/>
                  </a:lnTo>
                  <a:cubicBezTo>
                    <a:pt x="508" y="8932"/>
                    <a:pt x="6211" y="4771"/>
                    <a:pt x="7795" y="3066"/>
                  </a:cubicBezTo>
                  <a:cubicBezTo>
                    <a:pt x="8505" y="2294"/>
                    <a:pt x="9215" y="1178"/>
                    <a:pt x="9500" y="21"/>
                  </a:cubicBezTo>
                  <a:cubicBezTo>
                    <a:pt x="9500" y="21"/>
                    <a:pt x="9500" y="1"/>
                    <a:pt x="950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419;p39"/>
            <p:cNvSpPr/>
            <p:nvPr/>
          </p:nvSpPr>
          <p:spPr>
            <a:xfrm>
              <a:off x="2252520" y="2949480"/>
              <a:ext cx="316440" cy="242640"/>
            </a:xfrm>
            <a:custGeom>
              <a:avLst/>
              <a:gdLst>
                <a:gd name="textAreaLeft" fmla="*/ 0 w 316440"/>
                <a:gd name="textAreaRight" fmla="*/ 316800 w 316440"/>
                <a:gd name="textAreaTop" fmla="*/ 0 h 242640"/>
                <a:gd name="textAreaBottom" fmla="*/ 243000 h 242640"/>
              </a:gdLst>
              <a:ahLst/>
              <a:cxnLst/>
              <a:rect l="textAreaLeft" t="textAreaTop" r="textAreaRight" b="textAreaBottom"/>
              <a:pathLst>
                <a:path w="8277" h="6354">
                  <a:moveTo>
                    <a:pt x="8140" y="0"/>
                  </a:moveTo>
                  <a:cubicBezTo>
                    <a:pt x="8140" y="0"/>
                    <a:pt x="1056" y="5014"/>
                    <a:pt x="1" y="6353"/>
                  </a:cubicBezTo>
                  <a:cubicBezTo>
                    <a:pt x="2763" y="4292"/>
                    <a:pt x="7774" y="810"/>
                    <a:pt x="8128" y="810"/>
                  </a:cubicBezTo>
                  <a:cubicBezTo>
                    <a:pt x="8133" y="810"/>
                    <a:pt x="8137" y="811"/>
                    <a:pt x="8140" y="812"/>
                  </a:cubicBezTo>
                  <a:cubicBezTo>
                    <a:pt x="8147" y="814"/>
                    <a:pt x="8153" y="815"/>
                    <a:pt x="8159" y="815"/>
                  </a:cubicBezTo>
                  <a:cubicBezTo>
                    <a:pt x="8277" y="815"/>
                    <a:pt x="8218" y="426"/>
                    <a:pt x="814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9" name="Google Shape;420;p39"/>
          <p:cNvGrpSpPr/>
          <p:nvPr/>
        </p:nvGrpSpPr>
        <p:grpSpPr>
          <a:xfrm>
            <a:off x="6779160" y="349560"/>
            <a:ext cx="912960" cy="370440"/>
            <a:chOff x="6779160" y="349560"/>
            <a:chExt cx="912960" cy="370440"/>
          </a:xfrm>
        </p:grpSpPr>
        <p:sp>
          <p:nvSpPr>
            <p:cNvPr id="120" name="Google Shape;421;p39"/>
            <p:cNvSpPr/>
            <p:nvPr/>
          </p:nvSpPr>
          <p:spPr>
            <a:xfrm>
              <a:off x="7203600" y="349560"/>
              <a:ext cx="488520" cy="370440"/>
            </a:xfrm>
            <a:custGeom>
              <a:avLst/>
              <a:gdLst>
                <a:gd name="textAreaLeft" fmla="*/ 0 w 488520"/>
                <a:gd name="textAreaRight" fmla="*/ 488880 w 48852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9548" h="14839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422;p39"/>
            <p:cNvSpPr/>
            <p:nvPr/>
          </p:nvSpPr>
          <p:spPr>
            <a:xfrm>
              <a:off x="6779160" y="349560"/>
              <a:ext cx="488520" cy="370440"/>
            </a:xfrm>
            <a:custGeom>
              <a:avLst/>
              <a:gdLst>
                <a:gd name="textAreaLeft" fmla="*/ 0 w 488520"/>
                <a:gd name="textAreaRight" fmla="*/ 488880 w 488520"/>
                <a:gd name="textAreaTop" fmla="*/ 0 h 370440"/>
                <a:gd name="textAreaBottom" fmla="*/ 370800 h 370440"/>
              </a:gdLst>
              <a:ahLst/>
              <a:cxnLst/>
              <a:rect l="textAreaLeft" t="textAreaTop" r="textAreaRight" b="textAreaBottom"/>
              <a:pathLst>
                <a:path w="19548" h="14839">
                  <a:moveTo>
                    <a:pt x="8160" y="1"/>
                  </a:moveTo>
                  <a:lnTo>
                    <a:pt x="1" y="14838"/>
                  </a:lnTo>
                  <a:lnTo>
                    <a:pt x="11388" y="14838"/>
                  </a:lnTo>
                  <a:lnTo>
                    <a:pt x="19547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3" name="Google Shape;424;p39"/>
          <p:cNvGrpSpPr/>
          <p:nvPr/>
        </p:nvGrpSpPr>
        <p:grpSpPr>
          <a:xfrm>
            <a:off x="1735200" y="1051920"/>
            <a:ext cx="537120" cy="136080"/>
            <a:chOff x="1735200" y="1051920"/>
            <a:chExt cx="537120" cy="136080"/>
          </a:xfrm>
        </p:grpSpPr>
        <p:sp>
          <p:nvSpPr>
            <p:cNvPr id="124" name="Google Shape;425;p39"/>
            <p:cNvSpPr/>
            <p:nvPr/>
          </p:nvSpPr>
          <p:spPr>
            <a:xfrm flipH="1">
              <a:off x="1735200" y="1051920"/>
              <a:ext cx="82080" cy="13608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539" h="4203">
                  <a:moveTo>
                    <a:pt x="2092" y="1"/>
                  </a:moveTo>
                  <a:lnTo>
                    <a:pt x="1" y="2111"/>
                  </a:lnTo>
                  <a:lnTo>
                    <a:pt x="2092" y="4202"/>
                  </a:lnTo>
                  <a:lnTo>
                    <a:pt x="2538" y="3756"/>
                  </a:lnTo>
                  <a:lnTo>
                    <a:pt x="874" y="2111"/>
                  </a:lnTo>
                  <a:lnTo>
                    <a:pt x="2538" y="447"/>
                  </a:lnTo>
                  <a:lnTo>
                    <a:pt x="209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426;p39"/>
            <p:cNvSpPr/>
            <p:nvPr/>
          </p:nvSpPr>
          <p:spPr>
            <a:xfrm flipH="1">
              <a:off x="1887120" y="1051920"/>
              <a:ext cx="82080" cy="13608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538" h="4203">
                  <a:moveTo>
                    <a:pt x="2091" y="1"/>
                  </a:moveTo>
                  <a:lnTo>
                    <a:pt x="0" y="2111"/>
                  </a:lnTo>
                  <a:lnTo>
                    <a:pt x="2091" y="4202"/>
                  </a:lnTo>
                  <a:lnTo>
                    <a:pt x="2538" y="3756"/>
                  </a:lnTo>
                  <a:lnTo>
                    <a:pt x="894" y="2111"/>
                  </a:lnTo>
                  <a:lnTo>
                    <a:pt x="2538" y="447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427;p39"/>
            <p:cNvSpPr/>
            <p:nvPr/>
          </p:nvSpPr>
          <p:spPr>
            <a:xfrm flipH="1">
              <a:off x="2038680" y="1051920"/>
              <a:ext cx="82080" cy="136080"/>
            </a:xfrm>
            <a:custGeom>
              <a:avLst/>
              <a:gdLst>
                <a:gd name="textAreaLeft" fmla="*/ 360 w 82080"/>
                <a:gd name="textAreaRight" fmla="*/ 82800 w 820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538" h="4203">
                  <a:moveTo>
                    <a:pt x="2111" y="1"/>
                  </a:moveTo>
                  <a:lnTo>
                    <a:pt x="0" y="2111"/>
                  </a:lnTo>
                  <a:lnTo>
                    <a:pt x="2111" y="4202"/>
                  </a:lnTo>
                  <a:lnTo>
                    <a:pt x="2537" y="3756"/>
                  </a:lnTo>
                  <a:lnTo>
                    <a:pt x="893" y="2111"/>
                  </a:lnTo>
                  <a:lnTo>
                    <a:pt x="2537" y="447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428;p39"/>
            <p:cNvSpPr/>
            <p:nvPr/>
          </p:nvSpPr>
          <p:spPr>
            <a:xfrm flipH="1">
              <a:off x="2189520" y="1051920"/>
              <a:ext cx="82800" cy="136080"/>
            </a:xfrm>
            <a:custGeom>
              <a:avLst/>
              <a:gdLst>
                <a:gd name="textAreaLeft" fmla="*/ 360 w 82800"/>
                <a:gd name="textAreaRight" fmla="*/ 83520 w 8280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2559" h="4203">
                  <a:moveTo>
                    <a:pt x="2112" y="1"/>
                  </a:moveTo>
                  <a:lnTo>
                    <a:pt x="1" y="2111"/>
                  </a:lnTo>
                  <a:lnTo>
                    <a:pt x="2112" y="4202"/>
                  </a:lnTo>
                  <a:lnTo>
                    <a:pt x="2558" y="3756"/>
                  </a:lnTo>
                  <a:lnTo>
                    <a:pt x="894" y="2111"/>
                  </a:lnTo>
                  <a:lnTo>
                    <a:pt x="2558" y="44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28" name="Google Shape;429;p39"/>
          <p:cNvCxnSpPr>
            <a:cxnSpLocks/>
          </p:cNvCxnSpPr>
          <p:nvPr/>
        </p:nvCxnSpPr>
        <p:spPr>
          <a:xfrm flipV="1">
            <a:off x="3156373" y="2426203"/>
            <a:ext cx="5271427" cy="1188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3156373" y="2571750"/>
            <a:ext cx="46573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dirty="0" err="1">
                <a:solidFill>
                  <a:schemeClr val="accent2"/>
                </a:solidFill>
                <a:latin typeface="Raleway Medium"/>
              </a:rPr>
              <a:t>Classificador</a:t>
            </a:r>
            <a:r>
              <a:rPr lang="en-US" sz="1600" dirty="0">
                <a:solidFill>
                  <a:schemeClr val="accent2"/>
                </a:solidFill>
                <a:latin typeface="Raleway Medium"/>
              </a:rPr>
              <a:t> </a:t>
            </a:r>
            <a:r>
              <a:rPr lang="en-US" sz="1600" dirty="0" err="1">
                <a:solidFill>
                  <a:schemeClr val="accent2"/>
                </a:solidFill>
                <a:latin typeface="Raleway Medium"/>
              </a:rPr>
              <a:t>Alfanumérico</a:t>
            </a:r>
            <a:r>
              <a:rPr lang="en-US" sz="1600" dirty="0">
                <a:solidFill>
                  <a:schemeClr val="accent2"/>
                </a:solidFill>
                <a:latin typeface="Raleway Medium"/>
              </a:rPr>
              <a:t> com Multi-Layer Perceptron (MLP) no Framework </a:t>
            </a:r>
            <a:r>
              <a:rPr lang="en-US" sz="1600" dirty="0" err="1">
                <a:solidFill>
                  <a:schemeClr val="accent2"/>
                </a:solidFill>
                <a:latin typeface="Raleway Medium"/>
              </a:rPr>
              <a:t>PyThorch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E5A3D71-C33E-ECFC-6C14-D0473462EB69}"/>
              </a:ext>
            </a:extLst>
          </p:cNvPr>
          <p:cNvSpPr txBox="1">
            <a:spLocks/>
          </p:cNvSpPr>
          <p:nvPr/>
        </p:nvSpPr>
        <p:spPr>
          <a:xfrm>
            <a:off x="6515947" y="4252348"/>
            <a:ext cx="3549880" cy="26832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dirty="0">
                <a:solidFill>
                  <a:schemeClr val="accent2"/>
                </a:solidFill>
                <a:latin typeface="Raleway Medium"/>
              </a:rPr>
              <a:t>PUC-SP Vinicius de Lucena</a:t>
            </a:r>
            <a:endParaRPr lang="en-US" sz="1000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307157" y="313299"/>
            <a:ext cx="5133600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 dirty="0">
                <a:solidFill>
                  <a:schemeClr val="accent1"/>
                </a:solidFill>
                <a:effectLst/>
                <a:uFillTx/>
                <a:latin typeface="Bebas Neue"/>
              </a:rPr>
              <a:t>DATASET</a:t>
            </a:r>
            <a:endParaRPr lang="fr-FR" sz="5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1479033" y="965042"/>
            <a:ext cx="5675869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EMNIST BALANCED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47 Classes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Flatten Para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Escala 28x28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 b="1" dirty="0">
              <a:solidFill>
                <a:schemeClr val="dk1"/>
              </a:solidFill>
              <a:latin typeface="Raleway Mediu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 b="1" u="none" strike="noStrike" dirty="0">
              <a:solidFill>
                <a:schemeClr val="dk1"/>
              </a:solidFill>
              <a:effectLst/>
              <a:uFillTx/>
              <a:latin typeface="Raleway Mediu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Correção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 da </a:t>
            </a: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Orientação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 das imagens </a:t>
            </a: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originais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 do Dataset :</a:t>
            </a:r>
            <a:endParaRPr lang="en-US" sz="1400" b="1" u="none" strike="noStrike" dirty="0">
              <a:solidFill>
                <a:schemeClr val="dk1"/>
              </a:solidFill>
              <a:effectLst/>
              <a:uFillTx/>
              <a:latin typeface="Raleway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50785E-1DAC-B1A7-CBCA-2F2073E80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1"/>
          <a:stretch>
            <a:fillRect/>
          </a:stretch>
        </p:blipFill>
        <p:spPr>
          <a:xfrm>
            <a:off x="1222724" y="3029033"/>
            <a:ext cx="6854476" cy="1929378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2BBD4838-627D-6FF1-93ED-9FF14D3D56BF}"/>
              </a:ext>
            </a:extLst>
          </p:cNvPr>
          <p:cNvSpPr txBox="1">
            <a:spLocks/>
          </p:cNvSpPr>
          <p:nvPr/>
        </p:nvSpPr>
        <p:spPr>
          <a:xfrm>
            <a:off x="1750167" y="1737316"/>
            <a:ext cx="5133600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900" dirty="0">
                <a:solidFill>
                  <a:schemeClr val="accent1"/>
                </a:solidFill>
                <a:latin typeface="Bebas Neue"/>
              </a:rPr>
              <a:t>Primeiro </a:t>
            </a:r>
            <a:r>
              <a:rPr lang="en-US" sz="3900" dirty="0" err="1">
                <a:solidFill>
                  <a:schemeClr val="accent1"/>
                </a:solidFill>
                <a:latin typeface="Bebas Neue"/>
              </a:rPr>
              <a:t>passo</a:t>
            </a:r>
            <a:r>
              <a:rPr lang="en-US" sz="3900" dirty="0">
                <a:solidFill>
                  <a:schemeClr val="accent1"/>
                </a:solidFill>
                <a:latin typeface="Bebas Neue"/>
              </a:rPr>
              <a:t>: </a:t>
            </a:r>
            <a:endParaRPr lang="fr-FR" sz="39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202B-CCFD-D271-4EF1-121BA0F7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>
            <a:extLst>
              <a:ext uri="{FF2B5EF4-FFF2-40B4-BE49-F238E27FC236}">
                <a16:creationId xmlns:a16="http://schemas.microsoft.com/office/drawing/2014/main" id="{611BA80E-4089-1506-9132-8268C88A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144" y="378745"/>
            <a:ext cx="4799646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</a:rPr>
              <a:t>DATALOADER, transform e split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>
            <a:extLst>
              <a:ext uri="{FF2B5EF4-FFF2-40B4-BE49-F238E27FC236}">
                <a16:creationId xmlns:a16="http://schemas.microsoft.com/office/drawing/2014/main" id="{35F9D179-E7B6-6B9C-0E5F-F387EC671E4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479033" y="965042"/>
            <a:ext cx="5675869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1" u="none" strike="noStrike" dirty="0">
              <a:solidFill>
                <a:schemeClr val="dk1"/>
              </a:solidFill>
              <a:effectLst/>
              <a:uFillTx/>
              <a:latin typeface="Raleway Medium"/>
              <a:ea typeface="Raleway Mediu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</a:rPr>
              <a:t>Cálculo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 de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</a:rPr>
              <a:t>Média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 e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</a:rPr>
              <a:t>Desvio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 para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</a:rPr>
              <a:t>centralizar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 a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</a:rPr>
              <a:t>escala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 dos pixels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</a:rPr>
              <a:t>Realiza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 o Transform</a:t>
            </a:r>
            <a:endParaRPr lang="en-US" sz="1400" b="1" u="none" strike="noStrike" dirty="0">
              <a:solidFill>
                <a:schemeClr val="dk1"/>
              </a:solidFill>
              <a:effectLst/>
              <a:uFillTx/>
              <a:latin typeface="Raleway Mediu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DataLoader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 com shuffle=True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Split 90/10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: 112.800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Treino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/11.280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Validação</a:t>
            </a:r>
            <a:endParaRPr lang="en-US" sz="1400" dirty="0">
              <a:solidFill>
                <a:schemeClr val="dk1"/>
              </a:solidFill>
              <a:latin typeface="Raleway Medium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18.800 para Teste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E03586-BD5F-3B20-8109-62E190AC2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26" y="3021235"/>
            <a:ext cx="7733748" cy="18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6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55D9-9BC9-1882-8CDD-920AD689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2B7A8625-CF9F-6106-AF8F-C35082D550D2}"/>
              </a:ext>
            </a:extLst>
          </p:cNvPr>
          <p:cNvSpPr/>
          <p:nvPr/>
        </p:nvSpPr>
        <p:spPr>
          <a:xfrm>
            <a:off x="3345214" y="61442"/>
            <a:ext cx="32382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</a:rPr>
              <a:t>Estratégia</a:t>
            </a:r>
            <a:r>
              <a:rPr lang="en-US" sz="4000" b="0" u="none" strike="noStrike" dirty="0">
                <a:solidFill>
                  <a:schemeClr val="accent1"/>
                </a:solidFill>
                <a:effectLst/>
                <a:uFillTx/>
                <a:latin typeface="Bebas Neue"/>
              </a:rPr>
              <a:t>: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1967F85-D306-A21B-08E5-A8418F7BF76B}"/>
              </a:ext>
            </a:extLst>
          </p:cNvPr>
          <p:cNvSpPr/>
          <p:nvPr/>
        </p:nvSpPr>
        <p:spPr>
          <a:xfrm>
            <a:off x="1742441" y="225095"/>
            <a:ext cx="12763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 err="1">
                <a:effectLst/>
                <a:uFillTx/>
                <a:latin typeface="Bebas Neue"/>
              </a:rPr>
              <a:t>Mlp_a</a:t>
            </a:r>
            <a:endParaRPr lang="en-US" sz="4000" b="0" u="none" strike="noStrike" dirty="0">
              <a:effectLst/>
              <a:uFillTx/>
              <a:latin typeface="OpenSymbol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55DB794-D9B9-DD6E-7C95-6F2B2432477F}"/>
              </a:ext>
            </a:extLst>
          </p:cNvPr>
          <p:cNvSpPr/>
          <p:nvPr/>
        </p:nvSpPr>
        <p:spPr>
          <a:xfrm>
            <a:off x="5928927" y="225095"/>
            <a:ext cx="12763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 err="1">
                <a:effectLst/>
                <a:uFillTx/>
                <a:latin typeface="Bebas Neue"/>
              </a:rPr>
              <a:t>Mlp_B</a:t>
            </a:r>
            <a:endParaRPr lang="en-US" sz="4000" b="0" u="none" strike="noStrike" dirty="0">
              <a:effectLst/>
              <a:uFillTx/>
              <a:latin typeface="OpenSymbol"/>
            </a:endParaRPr>
          </a:p>
        </p:txBody>
      </p:sp>
      <p:cxnSp>
        <p:nvCxnSpPr>
          <p:cNvPr id="18" name="Google Shape;429;p39">
            <a:extLst>
              <a:ext uri="{FF2B5EF4-FFF2-40B4-BE49-F238E27FC236}">
                <a16:creationId xmlns:a16="http://schemas.microsoft.com/office/drawing/2014/main" id="{F20975CE-0C8F-67F6-A1EC-3EA9F31E60B7}"/>
              </a:ext>
            </a:extLst>
          </p:cNvPr>
          <p:cNvCxnSpPr>
            <a:cxnSpLocks/>
          </p:cNvCxnSpPr>
          <p:nvPr/>
        </p:nvCxnSpPr>
        <p:spPr>
          <a:xfrm>
            <a:off x="4457042" y="1134406"/>
            <a:ext cx="0" cy="4095685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9" name="PlaceHolder 2">
            <a:extLst>
              <a:ext uri="{FF2B5EF4-FFF2-40B4-BE49-F238E27FC236}">
                <a16:creationId xmlns:a16="http://schemas.microsoft.com/office/drawing/2014/main" id="{7E393CC1-E145-EC32-0CD9-EA219537C2D3}"/>
              </a:ext>
            </a:extLst>
          </p:cNvPr>
          <p:cNvSpPr txBox="1">
            <a:spLocks/>
          </p:cNvSpPr>
          <p:nvPr/>
        </p:nvSpPr>
        <p:spPr>
          <a:xfrm>
            <a:off x="715446" y="1067102"/>
            <a:ext cx="3462120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Arquitetura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básica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(Baseline) com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ReLU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e Dropout 784 (28x28) -&gt; 256 -&gt; 128 -&gt; 47</a:t>
            </a:r>
            <a:endParaRPr lang="en-US" sz="1400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3A6797E9-934B-0E5E-69A5-966EEA2DAC2F}"/>
              </a:ext>
            </a:extLst>
          </p:cNvPr>
          <p:cNvSpPr txBox="1">
            <a:spLocks/>
          </p:cNvSpPr>
          <p:nvPr/>
        </p:nvSpPr>
        <p:spPr>
          <a:xfrm>
            <a:off x="4707740" y="1067102"/>
            <a:ext cx="3462120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Mesma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arquitetura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do MLP_A,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porém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com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BatchNorm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após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cada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camada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permitindo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comparar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o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impacto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da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normalização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aleway Medium"/>
              </a:rPr>
              <a:t>por</a:t>
            </a:r>
            <a:r>
              <a:rPr lang="en-US" sz="1400" dirty="0">
                <a:solidFill>
                  <a:schemeClr val="dk1"/>
                </a:solidFill>
                <a:latin typeface="Raleway Medium"/>
              </a:rPr>
              <a:t> batch.</a:t>
            </a:r>
            <a:endParaRPr lang="en-US" sz="1400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3ACD2F20-251B-C312-B333-B0E620900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817" y="2495582"/>
            <a:ext cx="2950539" cy="258647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E19EF28-DA4E-0CB8-0D69-5DD33533B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44" y="2495582"/>
            <a:ext cx="2720452" cy="25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85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05040" y="225251"/>
            <a:ext cx="5133600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TREINAMENTO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905040" y="1106469"/>
            <a:ext cx="7463105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Ambos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modelos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foram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treinados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por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40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épocas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(com stop/patience de 5),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arquitetura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de loop,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época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passa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por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um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DataLoader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e devolve a loss 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acurácia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Hiperparâmetros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ADAM: Learning Rate 1e-3 e Weight Decay de 1e-5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Scheduler: </a:t>
            </a: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StepLR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 com size 8 </a:t>
            </a:r>
            <a:r>
              <a:rPr lang="en-US" sz="1400" b="1" dirty="0" err="1">
                <a:solidFill>
                  <a:schemeClr val="dk1"/>
                </a:solidFill>
                <a:latin typeface="Raleway Medium"/>
              </a:rPr>
              <a:t>por</a:t>
            </a:r>
            <a:r>
              <a:rPr lang="en-US" sz="1400" b="1" dirty="0">
                <a:solidFill>
                  <a:schemeClr val="dk1"/>
                </a:solidFill>
                <a:latin typeface="Raleway Medium"/>
              </a:rPr>
              <a:t> step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992F95-6A5E-0734-4C4A-9DF1617F6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020" y="2881041"/>
            <a:ext cx="6413378" cy="226245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CB3ED40-0170-E29F-3C9E-C75196B90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018" y="608801"/>
            <a:ext cx="3735185" cy="497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B422-9778-4DDF-CF0F-C936C0A8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>
            <a:extLst>
              <a:ext uri="{FF2B5EF4-FFF2-40B4-BE49-F238E27FC236}">
                <a16:creationId xmlns:a16="http://schemas.microsoft.com/office/drawing/2014/main" id="{6C2073F8-8371-35BD-A534-D9B968AF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32" y="744191"/>
            <a:ext cx="7250053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Resultados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do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Treinamento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(notebook e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tensorboard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)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7C478B-7A59-0A9E-93A5-D72FC6C1F4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79" y="2250757"/>
            <a:ext cx="4405255" cy="191958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85E2365-80A8-B3C3-654A-10A4E0C3BC64}"/>
              </a:ext>
            </a:extLst>
          </p:cNvPr>
          <p:cNvSpPr/>
          <p:nvPr/>
        </p:nvSpPr>
        <p:spPr>
          <a:xfrm>
            <a:off x="2194883" y="1263131"/>
            <a:ext cx="12763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 err="1">
                <a:effectLst/>
                <a:uFillTx/>
                <a:latin typeface="Bebas Neue"/>
              </a:rPr>
              <a:t>Mlp_a</a:t>
            </a:r>
            <a:endParaRPr lang="en-US" sz="4000" b="0" u="none" strike="noStrike" dirty="0">
              <a:effectLst/>
              <a:uFillTx/>
              <a:latin typeface="OpenSymbol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645DA12-5345-E2BB-612C-B3EB4B18FF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373" y="3227682"/>
            <a:ext cx="4795520" cy="191581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E4581B09-F9ED-28B8-794D-6EFD2471EBF5}"/>
              </a:ext>
            </a:extLst>
          </p:cNvPr>
          <p:cNvSpPr/>
          <p:nvPr/>
        </p:nvSpPr>
        <p:spPr>
          <a:xfrm>
            <a:off x="5961978" y="2250757"/>
            <a:ext cx="127632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 err="1">
                <a:effectLst/>
                <a:uFillTx/>
                <a:latin typeface="Bebas Neue"/>
              </a:rPr>
              <a:t>Mlp_B</a:t>
            </a:r>
            <a:endParaRPr lang="en-US" sz="4000" b="0" u="none" strike="noStrike" dirty="0"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07179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9D02-0394-3981-A77B-BD160F2E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>
            <a:extLst>
              <a:ext uri="{FF2B5EF4-FFF2-40B4-BE49-F238E27FC236}">
                <a16:creationId xmlns:a16="http://schemas.microsoft.com/office/drawing/2014/main" id="{213C4023-1704-1DE1-3FAA-682CBB942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32" y="744191"/>
            <a:ext cx="7250053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Resultados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do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Treinamento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(notebook e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tensorboard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)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249EB21-0B60-8CA3-3A22-298F9A15C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392" y="1795503"/>
            <a:ext cx="4641215" cy="3347997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D0FE581-A720-EE23-4D07-5ED476D27949}"/>
              </a:ext>
            </a:extLst>
          </p:cNvPr>
          <p:cNvSpPr/>
          <p:nvPr/>
        </p:nvSpPr>
        <p:spPr>
          <a:xfrm>
            <a:off x="3443397" y="883825"/>
            <a:ext cx="2666149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 err="1">
                <a:effectLst/>
                <a:uFillTx/>
                <a:latin typeface="Bebas Neue"/>
              </a:rPr>
              <a:t>Mlp_a</a:t>
            </a:r>
            <a:r>
              <a:rPr lang="en-US" sz="3200" b="0" u="none" strike="noStrike" dirty="0">
                <a:effectLst/>
                <a:uFillTx/>
                <a:latin typeface="Bebas Neue"/>
              </a:rPr>
              <a:t> e </a:t>
            </a:r>
            <a:r>
              <a:rPr lang="en-US" sz="3200" b="0" u="none" strike="noStrike" dirty="0" err="1">
                <a:effectLst/>
                <a:uFillTx/>
                <a:latin typeface="Bebas Neue"/>
              </a:rPr>
              <a:t>mlp_b</a:t>
            </a:r>
            <a:endParaRPr lang="en-US" sz="3200" b="0" u="none" strike="noStrike" dirty="0"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50215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900" dirty="0">
                <a:solidFill>
                  <a:schemeClr val="accent1"/>
                </a:solidFill>
                <a:latin typeface="Bebas Neue"/>
              </a:rPr>
              <a:t>Checkpoints e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Acurácia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dos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modelos</a:t>
            </a:r>
            <a:r>
              <a:rPr lang="en-US" sz="3900" dirty="0">
                <a:solidFill>
                  <a:schemeClr val="accent1"/>
                </a:solidFill>
                <a:latin typeface="Bebas Neue"/>
              </a:rPr>
              <a:t>: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ubTitle"/>
          </p:nvPr>
        </p:nvSpPr>
        <p:spPr>
          <a:xfrm>
            <a:off x="922297" y="1111887"/>
            <a:ext cx="7605175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Com base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na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acurácia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e loss das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épocas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, o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melhor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desempenho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é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guardado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localmente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, a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fim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de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utilizar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o </a:t>
            </a:r>
            <a:r>
              <a:rPr lang="en-US" sz="1600" dirty="0" err="1">
                <a:solidFill>
                  <a:schemeClr val="dk1"/>
                </a:solidFill>
                <a:latin typeface="Bebas Neue" panose="020B0606020202050201" pitchFamily="34" charset="0"/>
              </a:rPr>
              <a:t>melhor</a:t>
            </a:r>
            <a:r>
              <a:rPr lang="en-US" sz="1600" dirty="0">
                <a:solidFill>
                  <a:schemeClr val="dk1"/>
                </a:solidFill>
                <a:latin typeface="Bebas Neue" panose="020B0606020202050201" pitchFamily="34" charset="0"/>
              </a:rPr>
              <a:t> valor. 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O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melhor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.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pth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também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é salvo e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vira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a base do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modelo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na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aplicação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 do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Streamlit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Bebas Neue" panose="020B0606020202050201" pitchFamily="34" charset="0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Bebas Neue" panose="020B0606020202050201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AD4B049-0718-E2A6-6939-5B7C3D61A06F}"/>
              </a:ext>
            </a:extLst>
          </p:cNvPr>
          <p:cNvSpPr/>
          <p:nvPr/>
        </p:nvSpPr>
        <p:spPr>
          <a:xfrm>
            <a:off x="922297" y="1916847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</a:rPr>
              <a:t>Conjunto de </a:t>
            </a:r>
            <a:r>
              <a:rPr lang="en-US" sz="3900" dirty="0">
                <a:solidFill>
                  <a:schemeClr val="accent1"/>
                </a:solidFill>
                <a:latin typeface="Bebas Neue"/>
              </a:rPr>
              <a:t>Teste</a:t>
            </a:r>
            <a:endParaRPr lang="en-US" sz="39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32C50F-DE8F-D195-7BEB-4991CF142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3" y="2434521"/>
            <a:ext cx="4221563" cy="2261139"/>
          </a:xfrm>
          <a:prstGeom prst="rect">
            <a:avLst/>
          </a:prstGeom>
        </p:spPr>
      </p:pic>
      <p:sp>
        <p:nvSpPr>
          <p:cNvPr id="3" name="PlaceHolder 2">
            <a:extLst>
              <a:ext uri="{FF2B5EF4-FFF2-40B4-BE49-F238E27FC236}">
                <a16:creationId xmlns:a16="http://schemas.microsoft.com/office/drawing/2014/main" id="{B9636A38-4295-BC64-E38B-D0ADFB17F29B}"/>
              </a:ext>
            </a:extLst>
          </p:cNvPr>
          <p:cNvSpPr txBox="1">
            <a:spLocks/>
          </p:cNvSpPr>
          <p:nvPr/>
        </p:nvSpPr>
        <p:spPr>
          <a:xfrm>
            <a:off x="3644356" y="1916847"/>
            <a:ext cx="4775323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Com o Conjunto de testes,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obtivemos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uma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acurácia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de 85.87% para o MLP_A e 86.20% para o MLP_B</a:t>
            </a:r>
            <a:endParaRPr lang="en-US" sz="1400" dirty="0">
              <a:solidFill>
                <a:srgbClr val="FFFFFF"/>
              </a:solidFill>
              <a:latin typeface="Bebas Neue" panose="020B0606020202050201" pitchFamily="34" charset="0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846140D3-311F-8E5D-F14D-F25F5C0AB8A6}"/>
              </a:ext>
            </a:extLst>
          </p:cNvPr>
          <p:cNvSpPr txBox="1">
            <a:spLocks/>
          </p:cNvSpPr>
          <p:nvPr/>
        </p:nvSpPr>
        <p:spPr>
          <a:xfrm>
            <a:off x="5123330" y="4306281"/>
            <a:ext cx="4775323" cy="227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(ImageM do app)</a:t>
            </a:r>
            <a:endParaRPr lang="en-US" sz="1400" dirty="0">
              <a:solidFill>
                <a:srgbClr val="FFFFFF"/>
              </a:solidFill>
              <a:latin typeface="Bebas Neue" panose="020B0606020202050201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B183B-0379-2E09-CA85-EC82EB464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ADC65BB5-75B0-ECD6-3CC9-3386D58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148" y="6911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Matriz de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confus</a:t>
            </a:r>
            <a:r>
              <a:rPr lang="en-US" sz="3900" dirty="0" err="1">
                <a:solidFill>
                  <a:schemeClr val="accent1"/>
                </a:solidFill>
                <a:latin typeface="Bebas Neue"/>
                <a:ea typeface="Bebas Neue"/>
              </a:rPr>
              <a:t>ão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>
            <a:extLst>
              <a:ext uri="{FF2B5EF4-FFF2-40B4-BE49-F238E27FC236}">
                <a16:creationId xmlns:a16="http://schemas.microsoft.com/office/drawing/2014/main" id="{A8320672-BAB2-2D83-87EC-03C093F9361C}"/>
              </a:ext>
            </a:extLst>
          </p:cNvPr>
          <p:cNvSpPr txBox="1">
            <a:spLocks/>
          </p:cNvSpPr>
          <p:nvPr/>
        </p:nvSpPr>
        <p:spPr>
          <a:xfrm>
            <a:off x="2788712" y="4508830"/>
            <a:ext cx="3566575" cy="52021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Maiores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erros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em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caracteres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ambíguos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  <a:ea typeface="Raleway Medium"/>
              </a:rPr>
              <a:t> (b e 8, 1 e I, etc.)</a:t>
            </a:r>
            <a:endParaRPr lang="en-US" sz="1400" dirty="0">
              <a:solidFill>
                <a:srgbClr val="FFFFFF"/>
              </a:solidFill>
              <a:latin typeface="Bebas Neue" panose="020B0606020202050201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B648FAE-FFDD-DFEA-AA1A-3E592FBC03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162" y="860560"/>
            <a:ext cx="3769886" cy="35914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B0E414E-3A10-5391-E120-484A983E7A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82" y="860560"/>
            <a:ext cx="3769886" cy="359147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EE936BC4-94BC-8289-86F6-5693B2EAD58F}"/>
              </a:ext>
            </a:extLst>
          </p:cNvPr>
          <p:cNvSpPr/>
          <p:nvPr/>
        </p:nvSpPr>
        <p:spPr>
          <a:xfrm>
            <a:off x="2014774" y="262438"/>
            <a:ext cx="1490791" cy="862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 err="1">
                <a:effectLst/>
                <a:uFillTx/>
                <a:latin typeface="Bebas Neue"/>
              </a:rPr>
              <a:t>Mlp_a</a:t>
            </a:r>
            <a:endParaRPr lang="en-US" sz="2400" b="0" u="none" strike="noStrike" dirty="0">
              <a:effectLst/>
              <a:uFillTx/>
              <a:latin typeface="OpenSymbol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1C9F833-8480-757D-12C6-95BDBFF567D5}"/>
              </a:ext>
            </a:extLst>
          </p:cNvPr>
          <p:cNvSpPr/>
          <p:nvPr/>
        </p:nvSpPr>
        <p:spPr>
          <a:xfrm>
            <a:off x="5806728" y="241467"/>
            <a:ext cx="1490791" cy="862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 err="1">
                <a:effectLst/>
                <a:uFillTx/>
                <a:latin typeface="Bebas Neue"/>
              </a:rPr>
              <a:t>Mlp_b</a:t>
            </a:r>
            <a:endParaRPr lang="en-US" sz="2400" b="0" u="none" strike="noStrike" dirty="0">
              <a:effectLst/>
              <a:uFillTx/>
              <a:latin typeface="OpenSymbo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787FAC-EEE1-CDA7-90CA-556F9AEB2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725" y="3105073"/>
            <a:ext cx="1001003" cy="120839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EFC9E59-A159-7AE1-14AF-05E5F11AE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2" y="3100527"/>
            <a:ext cx="995510" cy="121294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D1880307-2BF5-8FEC-D654-39D722EA5E99}"/>
              </a:ext>
            </a:extLst>
          </p:cNvPr>
          <p:cNvSpPr/>
          <p:nvPr/>
        </p:nvSpPr>
        <p:spPr>
          <a:xfrm>
            <a:off x="3505565" y="241467"/>
            <a:ext cx="1826539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effectLst/>
                <a:highlight>
                  <a:srgbClr val="C0C0C0"/>
                </a:highlight>
                <a:uFillTx/>
                <a:latin typeface="Bebas Neue"/>
              </a:rPr>
              <a:t>+0.60 p.p.</a:t>
            </a:r>
            <a:endParaRPr lang="en-US" sz="4000" b="0" u="none" strike="noStrike" dirty="0">
              <a:effectLst/>
              <a:highlight>
                <a:srgbClr val="C0C0C0"/>
              </a:highlight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28230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78081-3C09-B79C-5DF1-D05E8014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>
            <a:extLst>
              <a:ext uri="{FF2B5EF4-FFF2-40B4-BE49-F238E27FC236}">
                <a16:creationId xmlns:a16="http://schemas.microsoft.com/office/drawing/2014/main" id="{E0FB6AC1-19ED-8D62-66B4-4EDDADEF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080" y="321628"/>
            <a:ext cx="5133600" cy="103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dirty="0">
                <a:solidFill>
                  <a:schemeClr val="accent1"/>
                </a:solidFill>
                <a:latin typeface="Bebas Neue"/>
              </a:rPr>
              <a:t>Features (ensemble + </a:t>
            </a:r>
            <a:r>
              <a:rPr lang="en-US" sz="3900" dirty="0" err="1">
                <a:solidFill>
                  <a:schemeClr val="accent1"/>
                </a:solidFill>
                <a:latin typeface="Bebas Neue"/>
              </a:rPr>
              <a:t>tta</a:t>
            </a:r>
            <a:r>
              <a:rPr lang="en-US" sz="3900" dirty="0">
                <a:solidFill>
                  <a:schemeClr val="accent1"/>
                </a:solidFill>
                <a:latin typeface="Bebas Neue"/>
              </a:rPr>
              <a:t>)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E4AF9C-FD40-8464-733E-16545706507C}"/>
              </a:ext>
            </a:extLst>
          </p:cNvPr>
          <p:cNvSpPr/>
          <p:nvPr/>
        </p:nvSpPr>
        <p:spPr>
          <a:xfrm>
            <a:off x="1343427" y="1134380"/>
            <a:ext cx="1826539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effectLst/>
                <a:uFillTx/>
                <a:latin typeface="Bebas Neue"/>
              </a:rPr>
              <a:t>ensemble</a:t>
            </a:r>
            <a:endParaRPr lang="en-US" sz="4000" b="0" u="none" strike="noStrike" dirty="0">
              <a:effectLst/>
              <a:uFillTx/>
              <a:latin typeface="OpenSymbol"/>
            </a:endParaRPr>
          </a:p>
        </p:txBody>
      </p:sp>
      <p:cxnSp>
        <p:nvCxnSpPr>
          <p:cNvPr id="4" name="Google Shape;429;p39">
            <a:extLst>
              <a:ext uri="{FF2B5EF4-FFF2-40B4-BE49-F238E27FC236}">
                <a16:creationId xmlns:a16="http://schemas.microsoft.com/office/drawing/2014/main" id="{5CA90694-D38F-E4A7-AC5E-D757F1897F48}"/>
              </a:ext>
            </a:extLst>
          </p:cNvPr>
          <p:cNvCxnSpPr>
            <a:cxnSpLocks/>
          </p:cNvCxnSpPr>
          <p:nvPr/>
        </p:nvCxnSpPr>
        <p:spPr>
          <a:xfrm>
            <a:off x="4307973" y="1957493"/>
            <a:ext cx="0" cy="3292918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5" name="PlaceHolder 2">
            <a:extLst>
              <a:ext uri="{FF2B5EF4-FFF2-40B4-BE49-F238E27FC236}">
                <a16:creationId xmlns:a16="http://schemas.microsoft.com/office/drawing/2014/main" id="{7DA641C9-077C-497D-3C3C-254E17D4793B}"/>
              </a:ext>
            </a:extLst>
          </p:cNvPr>
          <p:cNvSpPr txBox="1">
            <a:spLocks/>
          </p:cNvSpPr>
          <p:nvPr/>
        </p:nvSpPr>
        <p:spPr>
          <a:xfrm>
            <a:off x="842206" y="1994703"/>
            <a:ext cx="3462120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400" dirty="0">
                <a:solidFill>
                  <a:schemeClr val="dk1"/>
                </a:solidFill>
                <a:latin typeface="Raleway Medium"/>
              </a:rPr>
              <a:t>Média das probabilidades (softmax) das inferências de ambos os modelos. O softmax normaliza as saídas, garantindo que os dois modelos tenham pesos equivalentes na classificação final.</a:t>
            </a:r>
            <a:endParaRPr lang="en-US" sz="1400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6D6349D1-00C1-FB0F-A735-173328856D5E}"/>
              </a:ext>
            </a:extLst>
          </p:cNvPr>
          <p:cNvSpPr txBox="1">
            <a:spLocks/>
          </p:cNvSpPr>
          <p:nvPr/>
        </p:nvSpPr>
        <p:spPr>
          <a:xfrm>
            <a:off x="4805547" y="2031112"/>
            <a:ext cx="3462120" cy="302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400" dirty="0">
                <a:solidFill>
                  <a:schemeClr val="dk1"/>
                </a:solidFill>
                <a:latin typeface="Raleway Medium"/>
              </a:rPr>
              <a:t>Além da inferência padrão, desloca a imagem em 1px nas 4 direções e realiza inferências adicionais. Retorna a média das probabilidades (softmax) das 5 predições.</a:t>
            </a:r>
            <a:endParaRPr lang="en-US" sz="1400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A2D5FE8-AE59-F28A-9969-149E32EB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885" y="1242845"/>
            <a:ext cx="1826537" cy="67980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B78B5782-CB86-D29B-626D-B88065DAE337}"/>
              </a:ext>
            </a:extLst>
          </p:cNvPr>
          <p:cNvSpPr/>
          <p:nvPr/>
        </p:nvSpPr>
        <p:spPr>
          <a:xfrm>
            <a:off x="1507923" y="3820031"/>
            <a:ext cx="1826539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effectLst/>
                <a:highlight>
                  <a:srgbClr val="008000"/>
                </a:highlight>
                <a:uFillTx/>
                <a:latin typeface="Bebas Neue"/>
              </a:rPr>
              <a:t>+0.47 p.p.</a:t>
            </a:r>
            <a:endParaRPr lang="en-US" sz="4000" b="0" u="none" strike="noStrike" dirty="0">
              <a:effectLst/>
              <a:highlight>
                <a:srgbClr val="008000"/>
              </a:highlight>
              <a:uFillTx/>
              <a:latin typeface="OpenSymbol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366742-6EFD-672B-DB8D-D86A1B0B6588}"/>
              </a:ext>
            </a:extLst>
          </p:cNvPr>
          <p:cNvSpPr/>
          <p:nvPr/>
        </p:nvSpPr>
        <p:spPr>
          <a:xfrm>
            <a:off x="5623337" y="3820031"/>
            <a:ext cx="1826539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effectLst/>
                <a:highlight>
                  <a:srgbClr val="008000"/>
                </a:highlight>
                <a:uFillTx/>
                <a:latin typeface="Bebas Neue"/>
              </a:rPr>
              <a:t>+0.16 p.p.</a:t>
            </a:r>
            <a:endParaRPr lang="en-US" sz="4000" b="0" u="none" strike="noStrike" dirty="0">
              <a:effectLst/>
              <a:highlight>
                <a:srgbClr val="008000"/>
              </a:highlight>
              <a:uFillTx/>
              <a:latin typeface="OpenSymbo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F643C7B-D95D-69EF-9D1C-5D15A9DDD513}"/>
              </a:ext>
            </a:extLst>
          </p:cNvPr>
          <p:cNvSpPr/>
          <p:nvPr/>
        </p:nvSpPr>
        <p:spPr>
          <a:xfrm>
            <a:off x="4915133" y="1074492"/>
            <a:ext cx="32512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effectLst/>
                <a:uFillTx/>
                <a:latin typeface="Bebas Neue"/>
              </a:rPr>
              <a:t>Test-time augmentation (</a:t>
            </a:r>
            <a:r>
              <a:rPr lang="en-US" sz="2400" b="0" u="none" strike="noStrike" dirty="0" err="1">
                <a:effectLst/>
                <a:uFillTx/>
                <a:latin typeface="Bebas Neue"/>
              </a:rPr>
              <a:t>tta</a:t>
            </a:r>
            <a:r>
              <a:rPr lang="en-US" sz="2400" b="0" u="none" strike="noStrike" dirty="0">
                <a:effectLst/>
                <a:uFillTx/>
                <a:latin typeface="Bebas Neue"/>
              </a:rPr>
              <a:t>)</a:t>
            </a:r>
            <a:endParaRPr lang="en-US" sz="2400" b="0" u="none" strike="noStrike" dirty="0"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85894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A7F7-202E-234A-EB56-CD35D0CA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>
            <a:extLst>
              <a:ext uri="{FF2B5EF4-FFF2-40B4-BE49-F238E27FC236}">
                <a16:creationId xmlns:a16="http://schemas.microsoft.com/office/drawing/2014/main" id="{5205AD7E-BB9D-3A25-88CB-CDAA24C7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80" y="119503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Aplicação</a:t>
            </a:r>
            <a:r>
              <a:rPr lang="en-US" sz="39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 </a:t>
            </a:r>
            <a:r>
              <a:rPr lang="en-US" sz="3900" b="0" u="none" strike="noStrike" dirty="0" err="1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streamlit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0F8335A-774B-C92E-7278-D16B98E6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638160"/>
            <a:ext cx="6407727" cy="30214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A7254CB-C79A-BAD3-E832-254D79D23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63" y="2486831"/>
            <a:ext cx="5701145" cy="2597291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BEB32871-A337-A2A5-1487-24E7A4908730}"/>
              </a:ext>
            </a:extLst>
          </p:cNvPr>
          <p:cNvSpPr txBox="1">
            <a:spLocks/>
          </p:cNvSpPr>
          <p:nvPr/>
        </p:nvSpPr>
        <p:spPr>
          <a:xfrm>
            <a:off x="6623198" y="1213727"/>
            <a:ext cx="1912359" cy="1714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Opção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de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Desenho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na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qual o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modelo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expõe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a chance de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cada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classe</a:t>
            </a:r>
            <a:endParaRPr lang="en-US" sz="1400" dirty="0">
              <a:solidFill>
                <a:srgbClr val="FFFFFF"/>
              </a:solidFill>
              <a:latin typeface="Bebas Neue" panose="020B0606020202050201" pitchFamily="34" charset="0"/>
            </a:endParaRP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1A5E71EA-C29C-CDF8-916B-2C0E9994D053}"/>
              </a:ext>
            </a:extLst>
          </p:cNvPr>
          <p:cNvSpPr txBox="1">
            <a:spLocks/>
          </p:cNvSpPr>
          <p:nvPr/>
        </p:nvSpPr>
        <p:spPr>
          <a:xfrm>
            <a:off x="700380" y="3785476"/>
            <a:ext cx="2693983" cy="17145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Opção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do Dataset: Pega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amostras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do Teste e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expõe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os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Bebas Neue" panose="020B0606020202050201" pitchFamily="34" charset="0"/>
              </a:rPr>
              <a:t>resultados</a:t>
            </a:r>
            <a:r>
              <a:rPr lang="en-US" sz="1400" dirty="0">
                <a:solidFill>
                  <a:schemeClr val="dk1"/>
                </a:solidFill>
                <a:latin typeface="Bebas Neue" panose="020B0606020202050201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771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352520" y="746766"/>
            <a:ext cx="6428880" cy="9541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50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O</a:t>
            </a:r>
            <a:r>
              <a:rPr lang="en" sz="5000" b="0" u="none" strike="noStrike" dirty="0">
                <a:solidFill>
                  <a:schemeClr val="accent1"/>
                </a:solidFill>
                <a:effectLst/>
                <a:uFillTx/>
                <a:latin typeface="Bebas Neue"/>
                <a:ea typeface="Bebas Neue"/>
              </a:rPr>
              <a:t>brigado!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2517092" y="2046021"/>
            <a:ext cx="3781080" cy="7386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Vinic</a:t>
            </a:r>
            <a:r>
              <a:rPr lang="en-US" sz="1800" b="1" dirty="0">
                <a:solidFill>
                  <a:schemeClr val="dk1"/>
                </a:solidFill>
                <a:latin typeface="Raleway Medium"/>
              </a:rPr>
              <a:t>ius de Lucena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Raleway Medium"/>
              </a:rPr>
              <a:t>RA: 00376040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3B71D3-B0AB-C43C-07DC-42540DF0A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87" y="3025407"/>
            <a:ext cx="6601746" cy="1143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Startup Business Plan by Slidesgo">
  <a:themeElements>
    <a:clrScheme name="Simple Light">
      <a:dk1>
        <a:srgbClr val="191919"/>
      </a:dk1>
      <a:lt1>
        <a:srgbClr val="FFFFFF"/>
      </a:lt1>
      <a:dk2>
        <a:srgbClr val="C1C1C1"/>
      </a:dk2>
      <a:lt2>
        <a:srgbClr val="E7E7E7"/>
      </a:lt2>
      <a:accent1>
        <a:srgbClr val="6E79E4"/>
      </a:accent1>
      <a:accent2>
        <a:srgbClr val="3C3C3B"/>
      </a:accent2>
      <a:accent3>
        <a:srgbClr val="5C64B8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Words>442</Words>
  <Application>Microsoft Office PowerPoint</Application>
  <PresentationFormat>Apresentação na tela (16:9)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Bebas Neue</vt:lpstr>
      <vt:lpstr>OpenSymbol</vt:lpstr>
      <vt:lpstr>Raleway</vt:lpstr>
      <vt:lpstr>Raleway Medium</vt:lpstr>
      <vt:lpstr>Symbol</vt:lpstr>
      <vt:lpstr>Wingdings</vt:lpstr>
      <vt:lpstr>Artificial Intelligence (AI) Startup Business Plan by Slidesgo</vt:lpstr>
      <vt:lpstr>Classificador emnist balanced</vt:lpstr>
      <vt:lpstr>DATASET</vt:lpstr>
      <vt:lpstr>DATALOADER, transform e split</vt:lpstr>
      <vt:lpstr>Apresentação do PowerPoint</vt:lpstr>
      <vt:lpstr>TREINAMENTO</vt:lpstr>
      <vt:lpstr>Resultados do Treinamento (notebook e tensorboard)</vt:lpstr>
      <vt:lpstr>Resultados do Treinamento (notebook e tensorboard)</vt:lpstr>
      <vt:lpstr>Checkpoints e Acurácia dos modelos:</vt:lpstr>
      <vt:lpstr>Matriz de confusão</vt:lpstr>
      <vt:lpstr>Features (ensemble + tta)</vt:lpstr>
      <vt:lpstr>Aplicação streamlit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vie</dc:creator>
  <cp:lastModifiedBy>Vinicius de Lucena</cp:lastModifiedBy>
  <cp:revision>5</cp:revision>
  <dcterms:modified xsi:type="dcterms:W3CDTF">2026-05-07T22:36:18Z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2026-05-07T03:06:26Z</dcterms:created>
  <dc:creator>Unknown Creator</dc:creator>
  <dc:description/>
  <dc:language>en-US</dc:language>
  <cp:lastModifiedBy>Unknown Creator</cp:lastModifiedBy>
  <dcterms:modified xsi:type="dcterms:W3CDTF">2026-05-07T03:06:26Z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MSIP_Label_19e68092-05df-4271-8e3e-b2a4c82ba797_Enabled">
    <vt:lpwstr>true</vt:lpwstr>
  </property>
  <property fmtid="{D5CDD505-2E9C-101B-9397-08002B2CF9AE}" pid="4" name="MSIP_Label_19e68092-05df-4271-8e3e-b2a4c82ba797_SetDate">
    <vt:lpwstr>2026-05-07T19:53:38Z</vt:lpwstr>
  </property>
  <property fmtid="{D5CDD505-2E9C-101B-9397-08002B2CF9AE}" pid="5" name="MSIP_Label_19e68092-05df-4271-8e3e-b2a4c82ba797_Method">
    <vt:lpwstr>Standard</vt:lpwstr>
  </property>
  <property fmtid="{D5CDD505-2E9C-101B-9397-08002B2CF9AE}" pid="6" name="MSIP_Label_19e68092-05df-4271-8e3e-b2a4c82ba797_Name">
    <vt:lpwstr>Amazon Confidential</vt:lpwstr>
  </property>
  <property fmtid="{D5CDD505-2E9C-101B-9397-08002B2CF9AE}" pid="7" name="MSIP_Label_19e68092-05df-4271-8e3e-b2a4c82ba797_SiteId">
    <vt:lpwstr>5280104a-472d-4538-9ccf-1e1d0efe8b1b</vt:lpwstr>
  </property>
  <property fmtid="{D5CDD505-2E9C-101B-9397-08002B2CF9AE}" pid="8" name="MSIP_Label_19e68092-05df-4271-8e3e-b2a4c82ba797_ActionId">
    <vt:lpwstr>be7f4ec4-3ec6-4c69-b558-71386f9a1081</vt:lpwstr>
  </property>
  <property fmtid="{D5CDD505-2E9C-101B-9397-08002B2CF9AE}" pid="9" name="MSIP_Label_19e68092-05df-4271-8e3e-b2a4c82ba797_ContentBits">
    <vt:lpwstr>0</vt:lpwstr>
  </property>
  <property fmtid="{D5CDD505-2E9C-101B-9397-08002B2CF9AE}" pid="10" name="MSIP_Label_19e68092-05df-4271-8e3e-b2a4c82ba797_Tag">
    <vt:lpwstr>10, 3, 0, 1</vt:lpwstr>
  </property>
</Properties>
</file>